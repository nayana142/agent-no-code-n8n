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MT Bold" charset="1" panose="02030802070405020303"/>
      <p:regular r:id="rId14"/>
    </p:embeddedFont>
    <p:embeddedFont>
      <p:font typeface="Montserrat Bold" charset="1" panose="00000800000000000000"/>
      <p:regular r:id="rId15"/>
    </p:embeddedFont>
    <p:embeddedFont>
      <p:font typeface="Alice" charset="1" panose="00000500000000000000"/>
      <p:regular r:id="rId16"/>
    </p:embeddedFont>
    <p:embeddedFont>
      <p:font typeface="Times New Roman MT" charset="1" panose="02030502070405020303"/>
      <p:regular r:id="rId17"/>
    </p:embeddedFont>
    <p:embeddedFont>
      <p:font typeface="Inter" charset="1" panose="020B0502030000000004"/>
      <p:regular r:id="rId18"/>
    </p:embeddedFont>
    <p:embeddedFont>
      <p:font typeface="Inter Italics" charset="1" panose="020B0502030000000004"/>
      <p:regular r:id="rId19"/>
    </p:embeddedFont>
    <p:embeddedFont>
      <p:font typeface="Inter Bold" charset="1" panose="020B08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75295" y="1230938"/>
            <a:ext cx="9812705" cy="10213106"/>
            <a:chOff x="0" y="0"/>
            <a:chExt cx="812800" cy="8459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45966"/>
            </a:xfrm>
            <a:custGeom>
              <a:avLst/>
              <a:gdLst/>
              <a:ahLst/>
              <a:cxnLst/>
              <a:rect r="r" b="b" t="t" l="l"/>
              <a:pathLst>
                <a:path h="84596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45966"/>
                  </a:lnTo>
                  <a:lnTo>
                    <a:pt x="0" y="845966"/>
                  </a:lnTo>
                  <a:close/>
                </a:path>
              </a:pathLst>
            </a:custGeom>
            <a:blipFill>
              <a:blip r:embed="rId3"/>
              <a:stretch>
                <a:fillRect l="-51074" t="0" r="-2385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270161" y="3786640"/>
            <a:ext cx="5983661" cy="6818987"/>
          </a:xfrm>
          <a:custGeom>
            <a:avLst/>
            <a:gdLst/>
            <a:ahLst/>
            <a:cxnLst/>
            <a:rect r="r" b="b" t="t" l="l"/>
            <a:pathLst>
              <a:path h="6818987" w="5983661">
                <a:moveTo>
                  <a:pt x="0" y="0"/>
                </a:moveTo>
                <a:lnTo>
                  <a:pt x="5983661" y="0"/>
                </a:lnTo>
                <a:lnTo>
                  <a:pt x="5983661" y="6818987"/>
                </a:lnTo>
                <a:lnTo>
                  <a:pt x="0" y="6818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724288" y="6337491"/>
            <a:ext cx="6811604" cy="6300734"/>
          </a:xfrm>
          <a:custGeom>
            <a:avLst/>
            <a:gdLst/>
            <a:ahLst/>
            <a:cxnLst/>
            <a:rect r="r" b="b" t="t" l="l"/>
            <a:pathLst>
              <a:path h="6300734" w="6811604">
                <a:moveTo>
                  <a:pt x="0" y="0"/>
                </a:moveTo>
                <a:lnTo>
                  <a:pt x="6811604" y="0"/>
                </a:lnTo>
                <a:lnTo>
                  <a:pt x="6811604" y="6300734"/>
                </a:lnTo>
                <a:lnTo>
                  <a:pt x="0" y="6300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27370" y="-1892109"/>
            <a:ext cx="8085582" cy="8229600"/>
          </a:xfrm>
          <a:custGeom>
            <a:avLst/>
            <a:gdLst/>
            <a:ahLst/>
            <a:cxnLst/>
            <a:rect r="r" b="b" t="t" l="l"/>
            <a:pathLst>
              <a:path h="8229600" w="8085582">
                <a:moveTo>
                  <a:pt x="0" y="0"/>
                </a:moveTo>
                <a:lnTo>
                  <a:pt x="8085582" y="0"/>
                </a:lnTo>
                <a:lnTo>
                  <a:pt x="80855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2712" y="2686278"/>
            <a:ext cx="8493286" cy="39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35"/>
              </a:lnSpc>
            </a:pPr>
            <a:r>
              <a:rPr lang="en-US" b="true" sz="8941">
                <a:solidFill>
                  <a:srgbClr val="97C1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AGENTS </a:t>
            </a:r>
          </a:p>
          <a:p>
            <a:pPr algn="just">
              <a:lnSpc>
                <a:spcPts val="9835"/>
              </a:lnSpc>
            </a:pPr>
            <a:r>
              <a:rPr lang="en-US" b="true" sz="8941">
                <a:solidFill>
                  <a:srgbClr val="97C1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V/S  </a:t>
            </a:r>
          </a:p>
          <a:p>
            <a:pPr algn="just">
              <a:lnSpc>
                <a:spcPts val="9835"/>
              </a:lnSpc>
            </a:pPr>
            <a:r>
              <a:rPr lang="en-US" b="true" sz="8941">
                <a:solidFill>
                  <a:srgbClr val="97C1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WORKFLOW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36961" y="-2237694"/>
            <a:ext cx="8085582" cy="8229600"/>
          </a:xfrm>
          <a:custGeom>
            <a:avLst/>
            <a:gdLst/>
            <a:ahLst/>
            <a:cxnLst/>
            <a:rect r="r" b="b" t="t" l="l"/>
            <a:pathLst>
              <a:path h="8229600" w="8085582">
                <a:moveTo>
                  <a:pt x="0" y="0"/>
                </a:moveTo>
                <a:lnTo>
                  <a:pt x="8085582" y="0"/>
                </a:lnTo>
                <a:lnTo>
                  <a:pt x="80855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35158" y="2815288"/>
            <a:ext cx="8903928" cy="7471712"/>
            <a:chOff x="0" y="0"/>
            <a:chExt cx="829076" cy="6957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9076" cy="695718"/>
            </a:xfrm>
            <a:custGeom>
              <a:avLst/>
              <a:gdLst/>
              <a:ahLst/>
              <a:cxnLst/>
              <a:rect r="r" b="b" t="t" l="l"/>
              <a:pathLst>
                <a:path h="695718" w="829076">
                  <a:moveTo>
                    <a:pt x="0" y="0"/>
                  </a:moveTo>
                  <a:lnTo>
                    <a:pt x="829076" y="0"/>
                  </a:lnTo>
                  <a:lnTo>
                    <a:pt x="829076" y="695718"/>
                  </a:lnTo>
                  <a:lnTo>
                    <a:pt x="0" y="695718"/>
                  </a:lnTo>
                  <a:close/>
                </a:path>
              </a:pathLst>
            </a:custGeom>
            <a:blipFill>
              <a:blip r:embed="rId4"/>
              <a:stretch>
                <a:fillRect l="-23202" t="0" r="-274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2898" y="1008713"/>
            <a:ext cx="1698220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Workflow (Rule-based)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5190" y="2518724"/>
            <a:ext cx="9059912" cy="2476835"/>
            <a:chOff x="0" y="0"/>
            <a:chExt cx="2386150" cy="6523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6150" cy="652335"/>
            </a:xfrm>
            <a:custGeom>
              <a:avLst/>
              <a:gdLst/>
              <a:ahLst/>
              <a:cxnLst/>
              <a:rect r="r" b="b" t="t" l="l"/>
              <a:pathLst>
                <a:path h="652335" w="2386150">
                  <a:moveTo>
                    <a:pt x="42726" y="0"/>
                  </a:moveTo>
                  <a:lnTo>
                    <a:pt x="2343423" y="0"/>
                  </a:lnTo>
                  <a:cubicBezTo>
                    <a:pt x="2367020" y="0"/>
                    <a:pt x="2386150" y="19129"/>
                    <a:pt x="2386150" y="42726"/>
                  </a:cubicBezTo>
                  <a:lnTo>
                    <a:pt x="2386150" y="609609"/>
                  </a:lnTo>
                  <a:cubicBezTo>
                    <a:pt x="2386150" y="620941"/>
                    <a:pt x="2381648" y="631808"/>
                    <a:pt x="2373636" y="639821"/>
                  </a:cubicBezTo>
                  <a:cubicBezTo>
                    <a:pt x="2365623" y="647834"/>
                    <a:pt x="2354755" y="652335"/>
                    <a:pt x="2343423" y="652335"/>
                  </a:cubicBezTo>
                  <a:lnTo>
                    <a:pt x="42726" y="652335"/>
                  </a:lnTo>
                  <a:cubicBezTo>
                    <a:pt x="31395" y="652335"/>
                    <a:pt x="20527" y="647834"/>
                    <a:pt x="12514" y="639821"/>
                  </a:cubicBezTo>
                  <a:cubicBezTo>
                    <a:pt x="4502" y="631808"/>
                    <a:pt x="0" y="620941"/>
                    <a:pt x="0" y="609609"/>
                  </a:cubicBezTo>
                  <a:lnTo>
                    <a:pt x="0" y="42726"/>
                  </a:lnTo>
                  <a:cubicBezTo>
                    <a:pt x="0" y="19129"/>
                    <a:pt x="19129" y="0"/>
                    <a:pt x="42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386150" cy="67138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just">
                <a:lnSpc>
                  <a:spcPts val="3959"/>
                </a:lnSpc>
              </a:pPr>
              <a:r>
                <a:rPr lang="en-US" sz="3299" spc="-4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A workflow is a predefined sequence of steps executed in a fixed order.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5190" y="4753489"/>
            <a:ext cx="9109477" cy="2476835"/>
            <a:chOff x="0" y="0"/>
            <a:chExt cx="2399204" cy="6523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9204" cy="652335"/>
            </a:xfrm>
            <a:custGeom>
              <a:avLst/>
              <a:gdLst/>
              <a:ahLst/>
              <a:cxnLst/>
              <a:rect r="r" b="b" t="t" l="l"/>
              <a:pathLst>
                <a:path h="652335" w="2399204">
                  <a:moveTo>
                    <a:pt x="42494" y="0"/>
                  </a:moveTo>
                  <a:lnTo>
                    <a:pt x="2356710" y="0"/>
                  </a:lnTo>
                  <a:cubicBezTo>
                    <a:pt x="2380179" y="0"/>
                    <a:pt x="2399204" y="19025"/>
                    <a:pt x="2399204" y="42494"/>
                  </a:cubicBezTo>
                  <a:lnTo>
                    <a:pt x="2399204" y="609841"/>
                  </a:lnTo>
                  <a:cubicBezTo>
                    <a:pt x="2399204" y="633310"/>
                    <a:pt x="2380179" y="652335"/>
                    <a:pt x="2356710" y="652335"/>
                  </a:cubicBezTo>
                  <a:lnTo>
                    <a:pt x="42494" y="652335"/>
                  </a:lnTo>
                  <a:cubicBezTo>
                    <a:pt x="19025" y="652335"/>
                    <a:pt x="0" y="633310"/>
                    <a:pt x="0" y="609841"/>
                  </a:cubicBezTo>
                  <a:lnTo>
                    <a:pt x="0" y="42494"/>
                  </a:lnTo>
                  <a:cubicBezTo>
                    <a:pt x="0" y="19025"/>
                    <a:pt x="19025" y="0"/>
                    <a:pt x="424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399204" cy="66186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just">
                <a:lnSpc>
                  <a:spcPts val="3360"/>
                </a:lnSpc>
              </a:pPr>
              <a:r>
                <a:rPr lang="en-US" sz="2800" spc="-42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THE SYSTEM DOES NOT THINK OR DECIDE, IT ONLY FOLLOWS INSTRUCTIONS.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27122" y="7563699"/>
            <a:ext cx="6956047" cy="205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3"/>
              </a:lnSpc>
              <a:spcBef>
                <a:spcPct val="0"/>
              </a:spcBef>
            </a:pPr>
            <a:r>
              <a:rPr lang="en-US" b="true" sz="3548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👉 You already decide:</a:t>
            </a:r>
          </a:p>
          <a:p>
            <a:pPr algn="just" marL="766102" indent="-383051" lvl="1">
              <a:lnSpc>
                <a:spcPts val="3903"/>
              </a:lnSpc>
              <a:buFont typeface="Arial"/>
              <a:buChar char="•"/>
            </a:pPr>
            <a:r>
              <a:rPr lang="en-US" sz="354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What steps happen</a:t>
            </a:r>
          </a:p>
          <a:p>
            <a:pPr algn="just" marL="766102" indent="-383051" lvl="1">
              <a:lnSpc>
                <a:spcPts val="3903"/>
              </a:lnSpc>
              <a:buFont typeface="Arial"/>
              <a:buChar char="•"/>
            </a:pPr>
            <a:r>
              <a:rPr lang="en-US" sz="354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what order</a:t>
            </a:r>
          </a:p>
          <a:p>
            <a:pPr algn="just" marL="766102" indent="-383051" lvl="1">
              <a:lnSpc>
                <a:spcPts val="3903"/>
              </a:lnSpc>
              <a:buFont typeface="Arial"/>
              <a:buChar char="•"/>
            </a:pPr>
            <a:r>
              <a:rPr lang="en-US" sz="354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When the process ends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36961" y="-2237694"/>
            <a:ext cx="8085582" cy="8229600"/>
          </a:xfrm>
          <a:custGeom>
            <a:avLst/>
            <a:gdLst/>
            <a:ahLst/>
            <a:cxnLst/>
            <a:rect r="r" b="b" t="t" l="l"/>
            <a:pathLst>
              <a:path h="8229600" w="8085582">
                <a:moveTo>
                  <a:pt x="0" y="0"/>
                </a:moveTo>
                <a:lnTo>
                  <a:pt x="8085582" y="0"/>
                </a:lnTo>
                <a:lnTo>
                  <a:pt x="80855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35158" y="2815288"/>
            <a:ext cx="8903928" cy="7471712"/>
            <a:chOff x="0" y="0"/>
            <a:chExt cx="829076" cy="6957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9076" cy="695718"/>
            </a:xfrm>
            <a:custGeom>
              <a:avLst/>
              <a:gdLst/>
              <a:ahLst/>
              <a:cxnLst/>
              <a:rect r="r" b="b" t="t" l="l"/>
              <a:pathLst>
                <a:path h="695718" w="829076">
                  <a:moveTo>
                    <a:pt x="0" y="0"/>
                  </a:moveTo>
                  <a:lnTo>
                    <a:pt x="829076" y="0"/>
                  </a:lnTo>
                  <a:lnTo>
                    <a:pt x="829076" y="695718"/>
                  </a:lnTo>
                  <a:lnTo>
                    <a:pt x="0" y="695718"/>
                  </a:lnTo>
                  <a:close/>
                </a:path>
              </a:pathLst>
            </a:custGeom>
            <a:blipFill>
              <a:blip r:embed="rId4"/>
              <a:stretch>
                <a:fillRect l="-23202" t="0" r="-274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2898" y="543872"/>
            <a:ext cx="16982204" cy="10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 (Autonomous 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5190" y="1877106"/>
            <a:ext cx="9059912" cy="3504057"/>
            <a:chOff x="0" y="0"/>
            <a:chExt cx="2386150" cy="9228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6150" cy="922879"/>
            </a:xfrm>
            <a:custGeom>
              <a:avLst/>
              <a:gdLst/>
              <a:ahLst/>
              <a:cxnLst/>
              <a:rect r="r" b="b" t="t" l="l"/>
              <a:pathLst>
                <a:path h="922879" w="2386150">
                  <a:moveTo>
                    <a:pt x="42726" y="0"/>
                  </a:moveTo>
                  <a:lnTo>
                    <a:pt x="2343423" y="0"/>
                  </a:lnTo>
                  <a:cubicBezTo>
                    <a:pt x="2367020" y="0"/>
                    <a:pt x="2386150" y="19129"/>
                    <a:pt x="2386150" y="42726"/>
                  </a:cubicBezTo>
                  <a:lnTo>
                    <a:pt x="2386150" y="880153"/>
                  </a:lnTo>
                  <a:cubicBezTo>
                    <a:pt x="2386150" y="891485"/>
                    <a:pt x="2381648" y="902352"/>
                    <a:pt x="2373636" y="910365"/>
                  </a:cubicBezTo>
                  <a:cubicBezTo>
                    <a:pt x="2365623" y="918378"/>
                    <a:pt x="2354755" y="922879"/>
                    <a:pt x="2343423" y="922879"/>
                  </a:cubicBezTo>
                  <a:lnTo>
                    <a:pt x="42726" y="922879"/>
                  </a:lnTo>
                  <a:cubicBezTo>
                    <a:pt x="19129" y="922879"/>
                    <a:pt x="0" y="903750"/>
                    <a:pt x="0" y="880153"/>
                  </a:cubicBezTo>
                  <a:lnTo>
                    <a:pt x="0" y="42726"/>
                  </a:lnTo>
                  <a:cubicBezTo>
                    <a:pt x="0" y="19129"/>
                    <a:pt x="19129" y="0"/>
                    <a:pt x="42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386150" cy="94192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just">
                <a:lnSpc>
                  <a:spcPts val="3959"/>
                </a:lnSpc>
              </a:pPr>
              <a:r>
                <a:rPr lang="en-US" sz="3299" spc="-4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An agent is an AI system that can:</a:t>
              </a:r>
            </a:p>
            <a:p>
              <a:pPr algn="just" marL="712468" indent="-356234" lvl="1">
                <a:lnSpc>
                  <a:spcPts val="3959"/>
                </a:lnSpc>
                <a:buFont typeface="Arial"/>
                <a:buChar char="•"/>
              </a:pPr>
              <a:r>
                <a:rPr lang="en-US" sz="3299" spc="-4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Decide what to do next</a:t>
              </a:r>
            </a:p>
            <a:p>
              <a:pPr algn="just" marL="712468" indent="-356234" lvl="1">
                <a:lnSpc>
                  <a:spcPts val="3959"/>
                </a:lnSpc>
                <a:buFont typeface="Arial"/>
                <a:buChar char="•"/>
              </a:pPr>
              <a:r>
                <a:rPr lang="en-US" sz="3299" spc="-4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Use tools</a:t>
              </a:r>
            </a:p>
            <a:p>
              <a:pPr algn="just" marL="712468" indent="-356234" lvl="1">
                <a:lnSpc>
                  <a:spcPts val="3959"/>
                </a:lnSpc>
                <a:buFont typeface="Arial"/>
                <a:buChar char="•"/>
              </a:pPr>
              <a:r>
                <a:rPr lang="en-US" sz="3299" spc="-4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Reason about goals</a:t>
              </a:r>
            </a:p>
            <a:p>
              <a:pPr algn="just" marL="712468" indent="-356234" lvl="1">
                <a:lnSpc>
                  <a:spcPts val="3959"/>
                </a:lnSpc>
                <a:buFont typeface="Arial"/>
                <a:buChar char="•"/>
              </a:pPr>
              <a:r>
                <a:rPr lang="en-US" sz="3299" spc="-4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Change its behavior based on context</a:t>
              </a:r>
            </a:p>
            <a:p>
              <a:pPr algn="just">
                <a:lnSpc>
                  <a:spcPts val="39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5190" y="6135477"/>
            <a:ext cx="9109477" cy="2476835"/>
            <a:chOff x="0" y="0"/>
            <a:chExt cx="2399204" cy="6523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9204" cy="652335"/>
            </a:xfrm>
            <a:custGeom>
              <a:avLst/>
              <a:gdLst/>
              <a:ahLst/>
              <a:cxnLst/>
              <a:rect r="r" b="b" t="t" l="l"/>
              <a:pathLst>
                <a:path h="652335" w="2399204">
                  <a:moveTo>
                    <a:pt x="42494" y="0"/>
                  </a:moveTo>
                  <a:lnTo>
                    <a:pt x="2356710" y="0"/>
                  </a:lnTo>
                  <a:cubicBezTo>
                    <a:pt x="2380179" y="0"/>
                    <a:pt x="2399204" y="19025"/>
                    <a:pt x="2399204" y="42494"/>
                  </a:cubicBezTo>
                  <a:lnTo>
                    <a:pt x="2399204" y="609841"/>
                  </a:lnTo>
                  <a:cubicBezTo>
                    <a:pt x="2399204" y="633310"/>
                    <a:pt x="2380179" y="652335"/>
                    <a:pt x="2356710" y="652335"/>
                  </a:cubicBezTo>
                  <a:lnTo>
                    <a:pt x="42494" y="652335"/>
                  </a:lnTo>
                  <a:cubicBezTo>
                    <a:pt x="19025" y="652335"/>
                    <a:pt x="0" y="633310"/>
                    <a:pt x="0" y="609841"/>
                  </a:cubicBezTo>
                  <a:lnTo>
                    <a:pt x="0" y="42494"/>
                  </a:lnTo>
                  <a:cubicBezTo>
                    <a:pt x="0" y="19025"/>
                    <a:pt x="19025" y="0"/>
                    <a:pt x="424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99204" cy="67138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just">
                <a:lnSpc>
                  <a:spcPts val="3959"/>
                </a:lnSpc>
              </a:pPr>
              <a:r>
                <a:rPr lang="en-US" sz="3299" spc="-4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👉 You give the agent a goal, not step-by-step instructions.</a:t>
              </a:r>
            </a:p>
            <a:p>
              <a:pPr algn="just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2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17705" y="-2327741"/>
            <a:ext cx="6811604" cy="6300734"/>
          </a:xfrm>
          <a:custGeom>
            <a:avLst/>
            <a:gdLst/>
            <a:ahLst/>
            <a:cxnLst/>
            <a:rect r="r" b="b" t="t" l="l"/>
            <a:pathLst>
              <a:path h="6300734" w="6811604">
                <a:moveTo>
                  <a:pt x="0" y="0"/>
                </a:moveTo>
                <a:lnTo>
                  <a:pt x="6811605" y="0"/>
                </a:lnTo>
                <a:lnTo>
                  <a:pt x="6811605" y="6300734"/>
                </a:lnTo>
                <a:lnTo>
                  <a:pt x="0" y="6300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066996" y="-1726709"/>
            <a:ext cx="6811604" cy="6300734"/>
          </a:xfrm>
          <a:custGeom>
            <a:avLst/>
            <a:gdLst/>
            <a:ahLst/>
            <a:cxnLst/>
            <a:rect r="r" b="b" t="t" l="l"/>
            <a:pathLst>
              <a:path h="6300734" w="6811604">
                <a:moveTo>
                  <a:pt x="6811605" y="0"/>
                </a:moveTo>
                <a:lnTo>
                  <a:pt x="0" y="0"/>
                </a:lnTo>
                <a:lnTo>
                  <a:pt x="0" y="6300734"/>
                </a:lnTo>
                <a:lnTo>
                  <a:pt x="6811605" y="6300734"/>
                </a:lnTo>
                <a:lnTo>
                  <a:pt x="6811605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35897" y="4150693"/>
            <a:ext cx="4847138" cy="4479175"/>
            <a:chOff x="0" y="0"/>
            <a:chExt cx="1276613" cy="1179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6613" cy="1179700"/>
            </a:xfrm>
            <a:custGeom>
              <a:avLst/>
              <a:gdLst/>
              <a:ahLst/>
              <a:cxnLst/>
              <a:rect r="r" b="b" t="t" l="l"/>
              <a:pathLst>
                <a:path h="1179700" w="1276613">
                  <a:moveTo>
                    <a:pt x="79861" y="0"/>
                  </a:moveTo>
                  <a:lnTo>
                    <a:pt x="1196752" y="0"/>
                  </a:lnTo>
                  <a:cubicBezTo>
                    <a:pt x="1240858" y="0"/>
                    <a:pt x="1276613" y="35755"/>
                    <a:pt x="1276613" y="79861"/>
                  </a:cubicBezTo>
                  <a:lnTo>
                    <a:pt x="1276613" y="1099840"/>
                  </a:lnTo>
                  <a:cubicBezTo>
                    <a:pt x="1276613" y="1143945"/>
                    <a:pt x="1240858" y="1179700"/>
                    <a:pt x="1196752" y="1179700"/>
                  </a:cubicBezTo>
                  <a:lnTo>
                    <a:pt x="79861" y="1179700"/>
                  </a:lnTo>
                  <a:cubicBezTo>
                    <a:pt x="35755" y="1179700"/>
                    <a:pt x="0" y="1143945"/>
                    <a:pt x="0" y="1099840"/>
                  </a:cubicBezTo>
                  <a:lnTo>
                    <a:pt x="0" y="79861"/>
                  </a:lnTo>
                  <a:cubicBezTo>
                    <a:pt x="0" y="35755"/>
                    <a:pt x="35755" y="0"/>
                    <a:pt x="79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7C1FF">
                    <a:alpha val="100000"/>
                  </a:srgbClr>
                </a:gs>
                <a:gs pos="100000">
                  <a:srgbClr val="989898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276613" cy="1160650"/>
            </a:xfrm>
            <a:prstGeom prst="rect">
              <a:avLst/>
            </a:prstGeom>
          </p:spPr>
          <p:txBody>
            <a:bodyPr anchor="ctr" rtlCol="false" tIns="241300" lIns="241300" bIns="241300" rIns="241300"/>
            <a:lstStyle/>
            <a:p>
              <a:pPr algn="just">
                <a:lnSpc>
                  <a:spcPts val="3390"/>
                </a:lnSpc>
              </a:pPr>
            </a:p>
            <a:p>
              <a:pPr algn="just">
                <a:lnSpc>
                  <a:spcPts val="3390"/>
                </a:lnSpc>
              </a:pPr>
              <a:r>
                <a:rPr lang="en-US" sz="3000" spc="5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 single-agent system involves only one intelligent agent interacting with the environment to achieve its goal.</a:t>
              </a:r>
            </a:p>
            <a:p>
              <a:pPr algn="just">
                <a:lnSpc>
                  <a:spcPts val="3390"/>
                </a:lnSpc>
              </a:pPr>
              <a:r>
                <a:rPr lang="en-US" sz="3000" spc="5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eg: Personal Assistant</a:t>
              </a:r>
            </a:p>
            <a:p>
              <a:pPr algn="just">
                <a:lnSpc>
                  <a:spcPts val="339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22249" y="9258300"/>
            <a:ext cx="3876145" cy="677234"/>
            <a:chOff x="0" y="0"/>
            <a:chExt cx="1020878" cy="178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0878" cy="178366"/>
            </a:xfrm>
            <a:custGeom>
              <a:avLst/>
              <a:gdLst/>
              <a:ahLst/>
              <a:cxnLst/>
              <a:rect r="r" b="b" t="t" l="l"/>
              <a:pathLst>
                <a:path h="178366" w="1020878">
                  <a:moveTo>
                    <a:pt x="89183" y="0"/>
                  </a:moveTo>
                  <a:lnTo>
                    <a:pt x="931694" y="0"/>
                  </a:lnTo>
                  <a:cubicBezTo>
                    <a:pt x="955347" y="0"/>
                    <a:pt x="978031" y="9396"/>
                    <a:pt x="994757" y="26121"/>
                  </a:cubicBezTo>
                  <a:cubicBezTo>
                    <a:pt x="1011482" y="42846"/>
                    <a:pt x="1020878" y="65530"/>
                    <a:pt x="1020878" y="89183"/>
                  </a:cubicBezTo>
                  <a:lnTo>
                    <a:pt x="1020878" y="89183"/>
                  </a:lnTo>
                  <a:cubicBezTo>
                    <a:pt x="1020878" y="112836"/>
                    <a:pt x="1011482" y="135520"/>
                    <a:pt x="994757" y="152245"/>
                  </a:cubicBezTo>
                  <a:cubicBezTo>
                    <a:pt x="978031" y="168970"/>
                    <a:pt x="955347" y="178366"/>
                    <a:pt x="931694" y="178366"/>
                  </a:cubicBezTo>
                  <a:lnTo>
                    <a:pt x="89183" y="178366"/>
                  </a:lnTo>
                  <a:cubicBezTo>
                    <a:pt x="65530" y="178366"/>
                    <a:pt x="42846" y="168970"/>
                    <a:pt x="26121" y="152245"/>
                  </a:cubicBezTo>
                  <a:cubicBezTo>
                    <a:pt x="9396" y="135520"/>
                    <a:pt x="0" y="112836"/>
                    <a:pt x="0" y="89183"/>
                  </a:cubicBezTo>
                  <a:lnTo>
                    <a:pt x="0" y="89183"/>
                  </a:lnTo>
                  <a:cubicBezTo>
                    <a:pt x="0" y="65530"/>
                    <a:pt x="9396" y="42846"/>
                    <a:pt x="26121" y="26121"/>
                  </a:cubicBezTo>
                  <a:cubicBezTo>
                    <a:pt x="42846" y="9396"/>
                    <a:pt x="65530" y="0"/>
                    <a:pt x="891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20878" cy="23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 i="true" spc="-37">
                  <a:solidFill>
                    <a:srgbClr val="FFFFFF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Thynk Unlimited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81355" y="2921002"/>
            <a:ext cx="1625090" cy="1568515"/>
            <a:chOff x="0" y="0"/>
            <a:chExt cx="457048" cy="4411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048" cy="441136"/>
            </a:xfrm>
            <a:custGeom>
              <a:avLst/>
              <a:gdLst/>
              <a:ahLst/>
              <a:cxnLst/>
              <a:rect r="r" b="b" t="t" l="l"/>
              <a:pathLst>
                <a:path h="441136" w="457048">
                  <a:moveTo>
                    <a:pt x="220568" y="0"/>
                  </a:moveTo>
                  <a:lnTo>
                    <a:pt x="236480" y="0"/>
                  </a:lnTo>
                  <a:cubicBezTo>
                    <a:pt x="294978" y="0"/>
                    <a:pt x="351080" y="23238"/>
                    <a:pt x="392445" y="64603"/>
                  </a:cubicBezTo>
                  <a:cubicBezTo>
                    <a:pt x="433809" y="105967"/>
                    <a:pt x="457048" y="162070"/>
                    <a:pt x="457048" y="220568"/>
                  </a:cubicBezTo>
                  <a:lnTo>
                    <a:pt x="457048" y="220568"/>
                  </a:lnTo>
                  <a:cubicBezTo>
                    <a:pt x="457048" y="279066"/>
                    <a:pt x="433809" y="335169"/>
                    <a:pt x="392445" y="376533"/>
                  </a:cubicBezTo>
                  <a:cubicBezTo>
                    <a:pt x="351080" y="417898"/>
                    <a:pt x="294978" y="441136"/>
                    <a:pt x="236480" y="441136"/>
                  </a:cubicBezTo>
                  <a:lnTo>
                    <a:pt x="220568" y="441136"/>
                  </a:lnTo>
                  <a:cubicBezTo>
                    <a:pt x="162070" y="441136"/>
                    <a:pt x="105967" y="417898"/>
                    <a:pt x="64603" y="376533"/>
                  </a:cubicBezTo>
                  <a:cubicBezTo>
                    <a:pt x="23238" y="335169"/>
                    <a:pt x="0" y="279066"/>
                    <a:pt x="0" y="220568"/>
                  </a:cubicBezTo>
                  <a:lnTo>
                    <a:pt x="0" y="220568"/>
                  </a:lnTo>
                  <a:cubicBezTo>
                    <a:pt x="0" y="162070"/>
                    <a:pt x="23238" y="105967"/>
                    <a:pt x="64603" y="64603"/>
                  </a:cubicBezTo>
                  <a:cubicBezTo>
                    <a:pt x="105967" y="23238"/>
                    <a:pt x="162070" y="0"/>
                    <a:pt x="220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7C1FF">
                    <a:alpha val="100000"/>
                  </a:srgbClr>
                </a:gs>
                <a:gs pos="100000">
                  <a:srgbClr val="989898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57048" cy="44113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5640"/>
                </a:lnSpc>
              </a:pPr>
              <a:r>
                <a:rPr lang="en-US" b="true" sz="4700" spc="-7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693118" y="2921002"/>
            <a:ext cx="9475296" cy="5708866"/>
          </a:xfrm>
          <a:custGeom>
            <a:avLst/>
            <a:gdLst/>
            <a:ahLst/>
            <a:cxnLst/>
            <a:rect r="r" b="b" t="t" l="l"/>
            <a:pathLst>
              <a:path h="5708866" w="9475296">
                <a:moveTo>
                  <a:pt x="0" y="0"/>
                </a:moveTo>
                <a:lnTo>
                  <a:pt x="9475295" y="0"/>
                </a:lnTo>
                <a:lnTo>
                  <a:pt x="9475295" y="5708866"/>
                </a:lnTo>
                <a:lnTo>
                  <a:pt x="0" y="570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17404" y="1085850"/>
            <a:ext cx="14453192" cy="18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Single Agent </a:t>
            </a:r>
          </a:p>
          <a:p>
            <a:pPr algn="ctr">
              <a:lnSpc>
                <a:spcPts val="71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2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03123" y="-1726709"/>
            <a:ext cx="6811604" cy="6300734"/>
          </a:xfrm>
          <a:custGeom>
            <a:avLst/>
            <a:gdLst/>
            <a:ahLst/>
            <a:cxnLst/>
            <a:rect r="r" b="b" t="t" l="l"/>
            <a:pathLst>
              <a:path h="6300734" w="6811604">
                <a:moveTo>
                  <a:pt x="0" y="0"/>
                </a:moveTo>
                <a:lnTo>
                  <a:pt x="6811604" y="0"/>
                </a:lnTo>
                <a:lnTo>
                  <a:pt x="6811604" y="6300734"/>
                </a:lnTo>
                <a:lnTo>
                  <a:pt x="0" y="6300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066996" y="-1726709"/>
            <a:ext cx="6811604" cy="6300734"/>
          </a:xfrm>
          <a:custGeom>
            <a:avLst/>
            <a:gdLst/>
            <a:ahLst/>
            <a:cxnLst/>
            <a:rect r="r" b="b" t="t" l="l"/>
            <a:pathLst>
              <a:path h="6300734" w="6811604">
                <a:moveTo>
                  <a:pt x="6811605" y="0"/>
                </a:moveTo>
                <a:lnTo>
                  <a:pt x="0" y="0"/>
                </a:lnTo>
                <a:lnTo>
                  <a:pt x="0" y="6300734"/>
                </a:lnTo>
                <a:lnTo>
                  <a:pt x="6811605" y="6300734"/>
                </a:lnTo>
                <a:lnTo>
                  <a:pt x="6811605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30582" y="4081931"/>
            <a:ext cx="4833851" cy="4528877"/>
            <a:chOff x="0" y="0"/>
            <a:chExt cx="1273113" cy="11927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3113" cy="1192791"/>
            </a:xfrm>
            <a:custGeom>
              <a:avLst/>
              <a:gdLst/>
              <a:ahLst/>
              <a:cxnLst/>
              <a:rect r="r" b="b" t="t" l="l"/>
              <a:pathLst>
                <a:path h="1192791" w="1273113">
                  <a:moveTo>
                    <a:pt x="80080" y="0"/>
                  </a:moveTo>
                  <a:lnTo>
                    <a:pt x="1193033" y="0"/>
                  </a:lnTo>
                  <a:cubicBezTo>
                    <a:pt x="1214271" y="0"/>
                    <a:pt x="1234640" y="8437"/>
                    <a:pt x="1249658" y="23455"/>
                  </a:cubicBezTo>
                  <a:cubicBezTo>
                    <a:pt x="1264676" y="38473"/>
                    <a:pt x="1273113" y="58842"/>
                    <a:pt x="1273113" y="80080"/>
                  </a:cubicBezTo>
                  <a:lnTo>
                    <a:pt x="1273113" y="1112710"/>
                  </a:lnTo>
                  <a:cubicBezTo>
                    <a:pt x="1273113" y="1133949"/>
                    <a:pt x="1264676" y="1154318"/>
                    <a:pt x="1249658" y="1169336"/>
                  </a:cubicBezTo>
                  <a:cubicBezTo>
                    <a:pt x="1234640" y="1184354"/>
                    <a:pt x="1214271" y="1192791"/>
                    <a:pt x="1193033" y="1192791"/>
                  </a:cubicBezTo>
                  <a:lnTo>
                    <a:pt x="80080" y="1192791"/>
                  </a:lnTo>
                  <a:cubicBezTo>
                    <a:pt x="35853" y="1192791"/>
                    <a:pt x="0" y="1156938"/>
                    <a:pt x="0" y="1112710"/>
                  </a:cubicBezTo>
                  <a:lnTo>
                    <a:pt x="0" y="80080"/>
                  </a:lnTo>
                  <a:cubicBezTo>
                    <a:pt x="0" y="35853"/>
                    <a:pt x="35853" y="0"/>
                    <a:pt x="800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73113" cy="12023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just">
                <a:lnSpc>
                  <a:spcPts val="3600"/>
                </a:lnSpc>
              </a:pPr>
              <a:r>
                <a:rPr lang="en-US" sz="300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 </a:t>
              </a:r>
              <a:r>
                <a:rPr lang="en-US" b="true" sz="3000" spc="-4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multi-agent system</a:t>
              </a:r>
              <a:r>
                <a:rPr lang="en-US" sz="300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involves </a:t>
              </a:r>
              <a:r>
                <a:rPr lang="en-US" b="true" sz="3000" spc="-4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two or more agents</a:t>
              </a:r>
              <a:r>
                <a:rPr lang="en-US" sz="300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that </a:t>
              </a:r>
              <a:r>
                <a:rPr lang="en-US" b="true" sz="3000" spc="-4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interact</a:t>
              </a:r>
              <a:r>
                <a:rPr lang="en-US" sz="300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, either </a:t>
              </a:r>
              <a:r>
                <a:rPr lang="en-US" b="true" sz="3000" spc="-4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cooperatively or competitively</a:t>
              </a:r>
              <a:r>
                <a:rPr lang="en-US" sz="300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, within a shared environment.</a:t>
              </a:r>
            </a:p>
            <a:p>
              <a:pPr algn="just">
                <a:lnSpc>
                  <a:spcPts val="3600"/>
                </a:lnSpc>
              </a:pPr>
              <a:r>
                <a:rPr lang="en-US" sz="3000" spc="-4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eg:  Resume Screening System.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22249" y="9258300"/>
            <a:ext cx="3876145" cy="677234"/>
            <a:chOff x="0" y="0"/>
            <a:chExt cx="1020878" cy="178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0878" cy="178366"/>
            </a:xfrm>
            <a:custGeom>
              <a:avLst/>
              <a:gdLst/>
              <a:ahLst/>
              <a:cxnLst/>
              <a:rect r="r" b="b" t="t" l="l"/>
              <a:pathLst>
                <a:path h="178366" w="1020878">
                  <a:moveTo>
                    <a:pt x="89183" y="0"/>
                  </a:moveTo>
                  <a:lnTo>
                    <a:pt x="931694" y="0"/>
                  </a:lnTo>
                  <a:cubicBezTo>
                    <a:pt x="955347" y="0"/>
                    <a:pt x="978031" y="9396"/>
                    <a:pt x="994757" y="26121"/>
                  </a:cubicBezTo>
                  <a:cubicBezTo>
                    <a:pt x="1011482" y="42846"/>
                    <a:pt x="1020878" y="65530"/>
                    <a:pt x="1020878" y="89183"/>
                  </a:cubicBezTo>
                  <a:lnTo>
                    <a:pt x="1020878" y="89183"/>
                  </a:lnTo>
                  <a:cubicBezTo>
                    <a:pt x="1020878" y="112836"/>
                    <a:pt x="1011482" y="135520"/>
                    <a:pt x="994757" y="152245"/>
                  </a:cubicBezTo>
                  <a:cubicBezTo>
                    <a:pt x="978031" y="168970"/>
                    <a:pt x="955347" y="178366"/>
                    <a:pt x="931694" y="178366"/>
                  </a:cubicBezTo>
                  <a:lnTo>
                    <a:pt x="89183" y="178366"/>
                  </a:lnTo>
                  <a:cubicBezTo>
                    <a:pt x="65530" y="178366"/>
                    <a:pt x="42846" y="168970"/>
                    <a:pt x="26121" y="152245"/>
                  </a:cubicBezTo>
                  <a:cubicBezTo>
                    <a:pt x="9396" y="135520"/>
                    <a:pt x="0" y="112836"/>
                    <a:pt x="0" y="89183"/>
                  </a:cubicBezTo>
                  <a:lnTo>
                    <a:pt x="0" y="89183"/>
                  </a:lnTo>
                  <a:cubicBezTo>
                    <a:pt x="0" y="65530"/>
                    <a:pt x="9396" y="42846"/>
                    <a:pt x="26121" y="26121"/>
                  </a:cubicBezTo>
                  <a:cubicBezTo>
                    <a:pt x="42846" y="9396"/>
                    <a:pt x="65530" y="0"/>
                    <a:pt x="891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20878" cy="23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 i="true" spc="-37">
                  <a:solidFill>
                    <a:srgbClr val="FFFFFF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Thynk Unlimited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634963" y="2729928"/>
            <a:ext cx="1625090" cy="1568515"/>
            <a:chOff x="0" y="0"/>
            <a:chExt cx="457048" cy="4411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048" cy="441136"/>
            </a:xfrm>
            <a:custGeom>
              <a:avLst/>
              <a:gdLst/>
              <a:ahLst/>
              <a:cxnLst/>
              <a:rect r="r" b="b" t="t" l="l"/>
              <a:pathLst>
                <a:path h="441136" w="457048">
                  <a:moveTo>
                    <a:pt x="220568" y="0"/>
                  </a:moveTo>
                  <a:lnTo>
                    <a:pt x="236480" y="0"/>
                  </a:lnTo>
                  <a:cubicBezTo>
                    <a:pt x="294978" y="0"/>
                    <a:pt x="351080" y="23238"/>
                    <a:pt x="392445" y="64603"/>
                  </a:cubicBezTo>
                  <a:cubicBezTo>
                    <a:pt x="433809" y="105967"/>
                    <a:pt x="457048" y="162070"/>
                    <a:pt x="457048" y="220568"/>
                  </a:cubicBezTo>
                  <a:lnTo>
                    <a:pt x="457048" y="220568"/>
                  </a:lnTo>
                  <a:cubicBezTo>
                    <a:pt x="457048" y="279066"/>
                    <a:pt x="433809" y="335169"/>
                    <a:pt x="392445" y="376533"/>
                  </a:cubicBezTo>
                  <a:cubicBezTo>
                    <a:pt x="351080" y="417898"/>
                    <a:pt x="294978" y="441136"/>
                    <a:pt x="236480" y="441136"/>
                  </a:cubicBezTo>
                  <a:lnTo>
                    <a:pt x="220568" y="441136"/>
                  </a:lnTo>
                  <a:cubicBezTo>
                    <a:pt x="162070" y="441136"/>
                    <a:pt x="105967" y="417898"/>
                    <a:pt x="64603" y="376533"/>
                  </a:cubicBezTo>
                  <a:cubicBezTo>
                    <a:pt x="23238" y="335169"/>
                    <a:pt x="0" y="279066"/>
                    <a:pt x="0" y="220568"/>
                  </a:cubicBezTo>
                  <a:lnTo>
                    <a:pt x="0" y="220568"/>
                  </a:lnTo>
                  <a:cubicBezTo>
                    <a:pt x="0" y="162070"/>
                    <a:pt x="23238" y="105967"/>
                    <a:pt x="64603" y="64603"/>
                  </a:cubicBezTo>
                  <a:cubicBezTo>
                    <a:pt x="105967" y="23238"/>
                    <a:pt x="162070" y="0"/>
                    <a:pt x="2205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7C1FF">
                    <a:alpha val="100000"/>
                  </a:srgbClr>
                </a:gs>
                <a:gs pos="100000">
                  <a:srgbClr val="989898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57048" cy="44113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5640"/>
                </a:lnSpc>
              </a:pPr>
              <a:r>
                <a:rPr lang="en-US" b="true" sz="4700" spc="-7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542574" y="2729928"/>
            <a:ext cx="11301259" cy="6243946"/>
          </a:xfrm>
          <a:custGeom>
            <a:avLst/>
            <a:gdLst/>
            <a:ahLst/>
            <a:cxnLst/>
            <a:rect r="r" b="b" t="t" l="l"/>
            <a:pathLst>
              <a:path h="6243946" w="11301259">
                <a:moveTo>
                  <a:pt x="0" y="0"/>
                </a:moveTo>
                <a:lnTo>
                  <a:pt x="11301259" y="0"/>
                </a:lnTo>
                <a:lnTo>
                  <a:pt x="11301259" y="6243946"/>
                </a:lnTo>
                <a:lnTo>
                  <a:pt x="0" y="6243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17404" y="1085850"/>
            <a:ext cx="14453192" cy="93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6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 Agent Systems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0" r="0" b="-4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86749" y="-3662168"/>
            <a:ext cx="7830899" cy="7970380"/>
          </a:xfrm>
          <a:custGeom>
            <a:avLst/>
            <a:gdLst/>
            <a:ahLst/>
            <a:cxnLst/>
            <a:rect r="r" b="b" t="t" l="l"/>
            <a:pathLst>
              <a:path h="7970380" w="7830899">
                <a:moveTo>
                  <a:pt x="0" y="0"/>
                </a:moveTo>
                <a:lnTo>
                  <a:pt x="7830898" y="0"/>
                </a:lnTo>
                <a:lnTo>
                  <a:pt x="7830898" y="7970380"/>
                </a:lnTo>
                <a:lnTo>
                  <a:pt x="0" y="7970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2551" y="4596449"/>
            <a:ext cx="7830899" cy="7970380"/>
          </a:xfrm>
          <a:custGeom>
            <a:avLst/>
            <a:gdLst/>
            <a:ahLst/>
            <a:cxnLst/>
            <a:rect r="r" b="b" t="t" l="l"/>
            <a:pathLst>
              <a:path h="7970380" w="7830899">
                <a:moveTo>
                  <a:pt x="0" y="0"/>
                </a:moveTo>
                <a:lnTo>
                  <a:pt x="7830898" y="0"/>
                </a:lnTo>
                <a:lnTo>
                  <a:pt x="7830898" y="7970381"/>
                </a:lnTo>
                <a:lnTo>
                  <a:pt x="0" y="7970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9676" y="1410766"/>
            <a:ext cx="16409624" cy="90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6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To Create AI Agents &amp; Workflows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794672" y="3323290"/>
            <a:ext cx="7086483" cy="2160345"/>
            <a:chOff x="0" y="0"/>
            <a:chExt cx="1993035" cy="607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3035" cy="607585"/>
            </a:xfrm>
            <a:custGeom>
              <a:avLst/>
              <a:gdLst/>
              <a:ahLst/>
              <a:cxnLst/>
              <a:rect r="r" b="b" t="t" l="l"/>
              <a:pathLst>
                <a:path h="607585" w="1993035">
                  <a:moveTo>
                    <a:pt x="54625" y="0"/>
                  </a:moveTo>
                  <a:lnTo>
                    <a:pt x="1938411" y="0"/>
                  </a:lnTo>
                  <a:cubicBezTo>
                    <a:pt x="1968579" y="0"/>
                    <a:pt x="1993035" y="24456"/>
                    <a:pt x="1993035" y="54625"/>
                  </a:cubicBezTo>
                  <a:lnTo>
                    <a:pt x="1993035" y="552961"/>
                  </a:lnTo>
                  <a:cubicBezTo>
                    <a:pt x="1993035" y="583129"/>
                    <a:pt x="1968579" y="607585"/>
                    <a:pt x="1938411" y="607585"/>
                  </a:cubicBezTo>
                  <a:lnTo>
                    <a:pt x="54625" y="607585"/>
                  </a:lnTo>
                  <a:cubicBezTo>
                    <a:pt x="24456" y="607585"/>
                    <a:pt x="0" y="583129"/>
                    <a:pt x="0" y="552961"/>
                  </a:cubicBezTo>
                  <a:lnTo>
                    <a:pt x="0" y="54625"/>
                  </a:lnTo>
                  <a:cubicBezTo>
                    <a:pt x="0" y="24456"/>
                    <a:pt x="24456" y="0"/>
                    <a:pt x="546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93035" cy="66473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94672" y="5933986"/>
            <a:ext cx="7086483" cy="2057993"/>
            <a:chOff x="0" y="0"/>
            <a:chExt cx="1993035" cy="57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3035" cy="578800"/>
            </a:xfrm>
            <a:custGeom>
              <a:avLst/>
              <a:gdLst/>
              <a:ahLst/>
              <a:cxnLst/>
              <a:rect r="r" b="b" t="t" l="l"/>
              <a:pathLst>
                <a:path h="578800" w="1993035">
                  <a:moveTo>
                    <a:pt x="54625" y="0"/>
                  </a:moveTo>
                  <a:lnTo>
                    <a:pt x="1938411" y="0"/>
                  </a:lnTo>
                  <a:cubicBezTo>
                    <a:pt x="1968579" y="0"/>
                    <a:pt x="1993035" y="24456"/>
                    <a:pt x="1993035" y="54625"/>
                  </a:cubicBezTo>
                  <a:lnTo>
                    <a:pt x="1993035" y="524175"/>
                  </a:lnTo>
                  <a:cubicBezTo>
                    <a:pt x="1993035" y="554343"/>
                    <a:pt x="1968579" y="578800"/>
                    <a:pt x="1938411" y="578800"/>
                  </a:cubicBezTo>
                  <a:lnTo>
                    <a:pt x="54625" y="578800"/>
                  </a:lnTo>
                  <a:cubicBezTo>
                    <a:pt x="24456" y="578800"/>
                    <a:pt x="0" y="554343"/>
                    <a:pt x="0" y="524175"/>
                  </a:cubicBezTo>
                  <a:lnTo>
                    <a:pt x="0" y="54625"/>
                  </a:lnTo>
                  <a:cubicBezTo>
                    <a:pt x="0" y="24456"/>
                    <a:pt x="24456" y="0"/>
                    <a:pt x="546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93035" cy="63595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58008" y="4070087"/>
            <a:ext cx="615981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314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314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o-Code Platforms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74944" y="6753433"/>
            <a:ext cx="615981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80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code-based development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27822" y="3323290"/>
            <a:ext cx="2238266" cy="2160345"/>
            <a:chOff x="0" y="0"/>
            <a:chExt cx="629500" cy="6075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9500" cy="607585"/>
            </a:xfrm>
            <a:custGeom>
              <a:avLst/>
              <a:gdLst/>
              <a:ahLst/>
              <a:cxnLst/>
              <a:rect r="r" b="b" t="t" l="l"/>
              <a:pathLst>
                <a:path h="607585" w="629500">
                  <a:moveTo>
                    <a:pt x="172945" y="0"/>
                  </a:moveTo>
                  <a:lnTo>
                    <a:pt x="456556" y="0"/>
                  </a:lnTo>
                  <a:cubicBezTo>
                    <a:pt x="552070" y="0"/>
                    <a:pt x="629500" y="77430"/>
                    <a:pt x="629500" y="172945"/>
                  </a:cubicBezTo>
                  <a:lnTo>
                    <a:pt x="629500" y="434641"/>
                  </a:lnTo>
                  <a:cubicBezTo>
                    <a:pt x="629500" y="480508"/>
                    <a:pt x="611280" y="524498"/>
                    <a:pt x="578846" y="556931"/>
                  </a:cubicBezTo>
                  <a:cubicBezTo>
                    <a:pt x="546413" y="589364"/>
                    <a:pt x="502424" y="607585"/>
                    <a:pt x="456556" y="607585"/>
                  </a:cubicBezTo>
                  <a:lnTo>
                    <a:pt x="172945" y="607585"/>
                  </a:lnTo>
                  <a:cubicBezTo>
                    <a:pt x="77430" y="607585"/>
                    <a:pt x="0" y="530155"/>
                    <a:pt x="0" y="434641"/>
                  </a:cubicBezTo>
                  <a:lnTo>
                    <a:pt x="0" y="172945"/>
                  </a:lnTo>
                  <a:cubicBezTo>
                    <a:pt x="0" y="77430"/>
                    <a:pt x="77430" y="0"/>
                    <a:pt x="1729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7C1FF">
                    <a:alpha val="100000"/>
                  </a:srgbClr>
                </a:gs>
                <a:gs pos="100000">
                  <a:srgbClr val="989898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29500" cy="62663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9600"/>
                </a:lnSpc>
              </a:pPr>
              <a:r>
                <a:rPr lang="en-US" b="true" sz="8000" spc="-12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227822" y="5933986"/>
            <a:ext cx="2238266" cy="2160345"/>
            <a:chOff x="0" y="0"/>
            <a:chExt cx="629500" cy="6075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9500" cy="607585"/>
            </a:xfrm>
            <a:custGeom>
              <a:avLst/>
              <a:gdLst/>
              <a:ahLst/>
              <a:cxnLst/>
              <a:rect r="r" b="b" t="t" l="l"/>
              <a:pathLst>
                <a:path h="607585" w="629500">
                  <a:moveTo>
                    <a:pt x="172945" y="0"/>
                  </a:moveTo>
                  <a:lnTo>
                    <a:pt x="456556" y="0"/>
                  </a:lnTo>
                  <a:cubicBezTo>
                    <a:pt x="552070" y="0"/>
                    <a:pt x="629500" y="77430"/>
                    <a:pt x="629500" y="172945"/>
                  </a:cubicBezTo>
                  <a:lnTo>
                    <a:pt x="629500" y="434641"/>
                  </a:lnTo>
                  <a:cubicBezTo>
                    <a:pt x="629500" y="480508"/>
                    <a:pt x="611280" y="524498"/>
                    <a:pt x="578846" y="556931"/>
                  </a:cubicBezTo>
                  <a:cubicBezTo>
                    <a:pt x="546413" y="589364"/>
                    <a:pt x="502424" y="607585"/>
                    <a:pt x="456556" y="607585"/>
                  </a:cubicBezTo>
                  <a:lnTo>
                    <a:pt x="172945" y="607585"/>
                  </a:lnTo>
                  <a:cubicBezTo>
                    <a:pt x="77430" y="607585"/>
                    <a:pt x="0" y="530155"/>
                    <a:pt x="0" y="434641"/>
                  </a:cubicBezTo>
                  <a:lnTo>
                    <a:pt x="0" y="172945"/>
                  </a:lnTo>
                  <a:cubicBezTo>
                    <a:pt x="0" y="77430"/>
                    <a:pt x="77430" y="0"/>
                    <a:pt x="1729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7C1FF">
                    <a:alpha val="100000"/>
                  </a:srgbClr>
                </a:gs>
                <a:gs pos="100000">
                  <a:srgbClr val="989898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29500" cy="62663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9600"/>
                </a:lnSpc>
              </a:pPr>
              <a:r>
                <a:rPr lang="en-US" b="true" sz="8000" spc="-12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7719" y="295513"/>
            <a:ext cx="13202447" cy="9695973"/>
          </a:xfrm>
          <a:custGeom>
            <a:avLst/>
            <a:gdLst/>
            <a:ahLst/>
            <a:cxnLst/>
            <a:rect r="r" b="b" t="t" l="l"/>
            <a:pathLst>
              <a:path h="9695973" w="13202447">
                <a:moveTo>
                  <a:pt x="0" y="0"/>
                </a:moveTo>
                <a:lnTo>
                  <a:pt x="13202447" y="0"/>
                </a:lnTo>
                <a:lnTo>
                  <a:pt x="13202447" y="9695974"/>
                </a:lnTo>
                <a:lnTo>
                  <a:pt x="0" y="9695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16" r="0" b="-131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68690" y="2050393"/>
            <a:ext cx="3764134" cy="2150934"/>
          </a:xfrm>
          <a:custGeom>
            <a:avLst/>
            <a:gdLst/>
            <a:ahLst/>
            <a:cxnLst/>
            <a:rect r="r" b="b" t="t" l="l"/>
            <a:pathLst>
              <a:path h="2150934" w="3764134">
                <a:moveTo>
                  <a:pt x="0" y="0"/>
                </a:moveTo>
                <a:lnTo>
                  <a:pt x="3764134" y="0"/>
                </a:lnTo>
                <a:lnTo>
                  <a:pt x="3764134" y="2150934"/>
                </a:lnTo>
                <a:lnTo>
                  <a:pt x="0" y="2150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6088" y="4772827"/>
            <a:ext cx="3786735" cy="2163849"/>
          </a:xfrm>
          <a:custGeom>
            <a:avLst/>
            <a:gdLst/>
            <a:ahLst/>
            <a:cxnLst/>
            <a:rect r="r" b="b" t="t" l="l"/>
            <a:pathLst>
              <a:path h="2163849" w="3786735">
                <a:moveTo>
                  <a:pt x="0" y="0"/>
                </a:moveTo>
                <a:lnTo>
                  <a:pt x="3786736" y="0"/>
                </a:lnTo>
                <a:lnTo>
                  <a:pt x="3786736" y="2163849"/>
                </a:lnTo>
                <a:lnTo>
                  <a:pt x="0" y="2163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68690" y="7508176"/>
            <a:ext cx="3764134" cy="2164049"/>
          </a:xfrm>
          <a:custGeom>
            <a:avLst/>
            <a:gdLst/>
            <a:ahLst/>
            <a:cxnLst/>
            <a:rect r="r" b="b" t="t" l="l"/>
            <a:pathLst>
              <a:path h="2164049" w="3764134">
                <a:moveTo>
                  <a:pt x="0" y="0"/>
                </a:moveTo>
                <a:lnTo>
                  <a:pt x="3764134" y="0"/>
                </a:lnTo>
                <a:lnTo>
                  <a:pt x="3764134" y="2164049"/>
                </a:lnTo>
                <a:lnTo>
                  <a:pt x="0" y="2164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96208" y="2168235"/>
            <a:ext cx="2549192" cy="7386149"/>
          </a:xfrm>
          <a:custGeom>
            <a:avLst/>
            <a:gdLst/>
            <a:ahLst/>
            <a:cxnLst/>
            <a:rect r="r" b="b" t="t" l="l"/>
            <a:pathLst>
              <a:path h="7386149" w="2549192">
                <a:moveTo>
                  <a:pt x="0" y="0"/>
                </a:moveTo>
                <a:lnTo>
                  <a:pt x="2549192" y="0"/>
                </a:lnTo>
                <a:lnTo>
                  <a:pt x="2549192" y="7386149"/>
                </a:lnTo>
                <a:lnTo>
                  <a:pt x="0" y="7386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94" t="0" r="-1419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32824" y="228581"/>
            <a:ext cx="3822353" cy="10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sz="6099" spc="-91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Using code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DAGwaa2FXhQ</dc:identifier>
  <dcterms:modified xsi:type="dcterms:W3CDTF">2011-08-01T06:04:30Z</dcterms:modified>
  <cp:revision>1</cp:revision>
  <dc:title>Agents v/s workflow</dc:title>
</cp:coreProperties>
</file>