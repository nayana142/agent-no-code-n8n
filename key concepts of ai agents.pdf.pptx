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  <p:embeddedFont>
      <p:font typeface="Data 70" charset="1" panose="0200050602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9.pn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3220" y="-1"/>
            <a:ext cx="7914132" cy="10287000"/>
            <a:chOff x="0" y="0"/>
            <a:chExt cx="7914132" cy="1028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4131" cy="10287002"/>
            </a:xfrm>
            <a:custGeom>
              <a:avLst/>
              <a:gdLst/>
              <a:ahLst/>
              <a:cxnLst/>
              <a:rect r="r" b="b" t="t" l="l"/>
              <a:pathLst>
                <a:path h="10287002" w="7914131">
                  <a:moveTo>
                    <a:pt x="0" y="0"/>
                  </a:moveTo>
                  <a:lnTo>
                    <a:pt x="0" y="10287002"/>
                  </a:lnTo>
                  <a:lnTo>
                    <a:pt x="7914131" y="10287002"/>
                  </a:lnTo>
                  <a:lnTo>
                    <a:pt x="7914131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393697"/>
            <a:ext cx="3860797" cy="1269997"/>
          </a:xfrm>
          <a:custGeom>
            <a:avLst/>
            <a:gdLst/>
            <a:ahLst/>
            <a:cxnLst/>
            <a:rect r="r" b="b" t="t" l="l"/>
            <a:pathLst>
              <a:path h="1269997" w="3860797">
                <a:moveTo>
                  <a:pt x="0" y="0"/>
                </a:moveTo>
                <a:lnTo>
                  <a:pt x="3860797" y="0"/>
                </a:lnTo>
                <a:lnTo>
                  <a:pt x="3860797" y="1269997"/>
                </a:lnTo>
                <a:lnTo>
                  <a:pt x="0" y="1269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31508" y="0"/>
            <a:ext cx="11556492" cy="10287000"/>
          </a:xfrm>
          <a:custGeom>
            <a:avLst/>
            <a:gdLst/>
            <a:ahLst/>
            <a:cxnLst/>
            <a:rect r="r" b="b" t="t" l="l"/>
            <a:pathLst>
              <a:path h="10287000" w="11556492">
                <a:moveTo>
                  <a:pt x="0" y="0"/>
                </a:moveTo>
                <a:lnTo>
                  <a:pt x="11556492" y="0"/>
                </a:lnTo>
                <a:lnTo>
                  <a:pt x="115564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696" t="-13936" r="-62495" b="-1130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697980"/>
            <a:ext cx="4684776" cy="3589020"/>
          </a:xfrm>
          <a:custGeom>
            <a:avLst/>
            <a:gdLst/>
            <a:ahLst/>
            <a:cxnLst/>
            <a:rect r="r" b="b" t="t" l="l"/>
            <a:pathLst>
              <a:path h="3589020" w="4684776">
                <a:moveTo>
                  <a:pt x="0" y="0"/>
                </a:moveTo>
                <a:lnTo>
                  <a:pt x="4684776" y="0"/>
                </a:lnTo>
                <a:lnTo>
                  <a:pt x="4684776" y="3589020"/>
                </a:lnTo>
                <a:lnTo>
                  <a:pt x="0" y="3589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671" t="0" r="0" b="-11435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597408"/>
            <a:ext cx="3246120" cy="862584"/>
          </a:xfrm>
          <a:custGeom>
            <a:avLst/>
            <a:gdLst/>
            <a:ahLst/>
            <a:cxnLst/>
            <a:rect r="r" b="b" t="t" l="l"/>
            <a:pathLst>
              <a:path h="862584" w="3246120">
                <a:moveTo>
                  <a:pt x="0" y="0"/>
                </a:moveTo>
                <a:lnTo>
                  <a:pt x="3246120" y="0"/>
                </a:lnTo>
                <a:lnTo>
                  <a:pt x="3246120" y="862584"/>
                </a:lnTo>
                <a:lnTo>
                  <a:pt x="0" y="862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4236" y="3417189"/>
            <a:ext cx="9808340" cy="2011937"/>
          </a:xfrm>
          <a:custGeom>
            <a:avLst/>
            <a:gdLst/>
            <a:ahLst/>
            <a:cxnLst/>
            <a:rect r="r" b="b" t="t" l="l"/>
            <a:pathLst>
              <a:path h="2011937" w="9808340">
                <a:moveTo>
                  <a:pt x="0" y="0"/>
                </a:moveTo>
                <a:lnTo>
                  <a:pt x="9808340" y="0"/>
                </a:lnTo>
                <a:lnTo>
                  <a:pt x="9808340" y="2011937"/>
                </a:lnTo>
                <a:lnTo>
                  <a:pt x="0" y="2011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4236" y="4686300"/>
            <a:ext cx="5342763" cy="2011937"/>
          </a:xfrm>
          <a:custGeom>
            <a:avLst/>
            <a:gdLst/>
            <a:ahLst/>
            <a:cxnLst/>
            <a:rect r="r" b="b" t="t" l="l"/>
            <a:pathLst>
              <a:path h="2011937" w="5342763">
                <a:moveTo>
                  <a:pt x="0" y="0"/>
                </a:moveTo>
                <a:lnTo>
                  <a:pt x="5342763" y="0"/>
                </a:lnTo>
                <a:lnTo>
                  <a:pt x="5342763" y="2011937"/>
                </a:lnTo>
                <a:lnTo>
                  <a:pt x="0" y="20119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395" y="0"/>
            <a:ext cx="9144000" cy="6696456"/>
          </a:xfrm>
          <a:custGeom>
            <a:avLst/>
            <a:gdLst/>
            <a:ahLst/>
            <a:cxnLst/>
            <a:rect r="r" b="b" t="t" l="l"/>
            <a:pathLst>
              <a:path h="6696456" w="9144000">
                <a:moveTo>
                  <a:pt x="0" y="0"/>
                </a:moveTo>
                <a:lnTo>
                  <a:pt x="9144000" y="0"/>
                </a:lnTo>
                <a:lnTo>
                  <a:pt x="9144000" y="6696456"/>
                </a:lnTo>
                <a:lnTo>
                  <a:pt x="0" y="6696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0" t="-12221" r="0" b="-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7728" y="6435852"/>
            <a:ext cx="7510272" cy="3851148"/>
          </a:xfrm>
          <a:custGeom>
            <a:avLst/>
            <a:gdLst/>
            <a:ahLst/>
            <a:cxnLst/>
            <a:rect r="r" b="b" t="t" l="l"/>
            <a:pathLst>
              <a:path h="3851148" w="7510272">
                <a:moveTo>
                  <a:pt x="0" y="0"/>
                </a:moveTo>
                <a:lnTo>
                  <a:pt x="7510272" y="0"/>
                </a:lnTo>
                <a:lnTo>
                  <a:pt x="7510272" y="3851148"/>
                </a:lnTo>
                <a:lnTo>
                  <a:pt x="0" y="385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211" b="-1473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6900" y="6870697"/>
            <a:ext cx="12674603" cy="2197103"/>
          </a:xfrm>
          <a:custGeom>
            <a:avLst/>
            <a:gdLst/>
            <a:ahLst/>
            <a:cxnLst/>
            <a:rect r="r" b="b" t="t" l="l"/>
            <a:pathLst>
              <a:path h="2197103" w="12674603">
                <a:moveTo>
                  <a:pt x="0" y="0"/>
                </a:moveTo>
                <a:lnTo>
                  <a:pt x="12674603" y="0"/>
                </a:lnTo>
                <a:lnTo>
                  <a:pt x="12674603" y="2197103"/>
                </a:lnTo>
                <a:lnTo>
                  <a:pt x="0" y="2197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308043"/>
            <a:ext cx="5867743" cy="5978957"/>
            <a:chOff x="0" y="0"/>
            <a:chExt cx="7823657" cy="7971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3708" cy="7971917"/>
            </a:xfrm>
            <a:custGeom>
              <a:avLst/>
              <a:gdLst/>
              <a:ahLst/>
              <a:cxnLst/>
              <a:rect r="r" b="b" t="t" l="l"/>
              <a:pathLst>
                <a:path h="7971917" w="7823708">
                  <a:moveTo>
                    <a:pt x="0" y="0"/>
                  </a:moveTo>
                  <a:lnTo>
                    <a:pt x="0" y="7971917"/>
                  </a:lnTo>
                  <a:lnTo>
                    <a:pt x="7823708" y="7971917"/>
                  </a:lnTo>
                  <a:lnTo>
                    <a:pt x="7823708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6472" t="-79486" r="-80986" b="-1516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67496" y="0"/>
            <a:ext cx="6620504" cy="6434614"/>
            <a:chOff x="0" y="0"/>
            <a:chExt cx="8827338" cy="85794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27389" cy="8579485"/>
            </a:xfrm>
            <a:custGeom>
              <a:avLst/>
              <a:gdLst/>
              <a:ahLst/>
              <a:cxnLst/>
              <a:rect r="r" b="b" t="t" l="l"/>
              <a:pathLst>
                <a:path h="8579485" w="8827389">
                  <a:moveTo>
                    <a:pt x="0" y="0"/>
                  </a:moveTo>
                  <a:lnTo>
                    <a:pt x="0" y="8579485"/>
                  </a:lnTo>
                  <a:lnTo>
                    <a:pt x="8827389" y="8579485"/>
                  </a:lnTo>
                  <a:lnTo>
                    <a:pt x="8827389" y="0"/>
                  </a:lnTo>
                  <a:close/>
                </a:path>
              </a:pathLst>
            </a:custGeom>
            <a:blipFill>
              <a:blip r:embed="rId5"/>
              <a:stretch>
                <a:fillRect l="-71796" t="-133878" r="-127346" b="-7385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72739" y="1717038"/>
            <a:ext cx="6364717" cy="6233160"/>
            <a:chOff x="0" y="0"/>
            <a:chExt cx="8486289" cy="831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6288" cy="8310880"/>
            </a:xfrm>
            <a:custGeom>
              <a:avLst/>
              <a:gdLst/>
              <a:ahLst/>
              <a:cxnLst/>
              <a:rect r="r" b="b" t="t" l="l"/>
              <a:pathLst>
                <a:path h="8310880" w="8486288">
                  <a:moveTo>
                    <a:pt x="646980" y="0"/>
                  </a:moveTo>
                  <a:cubicBezTo>
                    <a:pt x="475423" y="0"/>
                    <a:pt x="310770" y="67691"/>
                    <a:pt x="189453" y="188341"/>
                  </a:cubicBezTo>
                  <a:cubicBezTo>
                    <a:pt x="68137" y="308991"/>
                    <a:pt x="0" y="472313"/>
                    <a:pt x="0" y="642747"/>
                  </a:cubicBezTo>
                  <a:lnTo>
                    <a:pt x="0" y="7668133"/>
                  </a:lnTo>
                  <a:cubicBezTo>
                    <a:pt x="0" y="8023098"/>
                    <a:pt x="289677" y="8310880"/>
                    <a:pt x="646980" y="8310880"/>
                  </a:cubicBezTo>
                  <a:lnTo>
                    <a:pt x="7839308" y="8310880"/>
                  </a:lnTo>
                  <a:cubicBezTo>
                    <a:pt x="8196739" y="8310880"/>
                    <a:pt x="8486288" y="8022971"/>
                    <a:pt x="8486288" y="7668133"/>
                  </a:cubicBezTo>
                  <a:lnTo>
                    <a:pt x="8486288" y="642747"/>
                  </a:lnTo>
                  <a:cubicBezTo>
                    <a:pt x="8486288" y="472186"/>
                    <a:pt x="8418152" y="308864"/>
                    <a:pt x="8296708" y="188214"/>
                  </a:cubicBezTo>
                  <a:cubicBezTo>
                    <a:pt x="8175263" y="67564"/>
                    <a:pt x="8010865" y="0"/>
                    <a:pt x="7839308" y="0"/>
                  </a:cubicBezTo>
                  <a:close/>
                </a:path>
              </a:pathLst>
            </a:custGeom>
            <a:blipFill>
              <a:blip r:embed="rId6"/>
              <a:stretch>
                <a:fillRect l="-12359" t="0" r="-25105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5329" y="1717038"/>
            <a:ext cx="6342126" cy="6252210"/>
            <a:chOff x="0" y="0"/>
            <a:chExt cx="6342126" cy="6252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2126" cy="6252209"/>
            </a:xfrm>
            <a:custGeom>
              <a:avLst/>
              <a:gdLst/>
              <a:ahLst/>
              <a:cxnLst/>
              <a:rect r="r" b="b" t="t" l="l"/>
              <a:pathLst>
                <a:path h="6252209" w="6342126">
                  <a:moveTo>
                    <a:pt x="5850255" y="6233159"/>
                  </a:moveTo>
                  <a:lnTo>
                    <a:pt x="5874639" y="6232525"/>
                  </a:lnTo>
                  <a:lnTo>
                    <a:pt x="5898642" y="6230746"/>
                  </a:lnTo>
                  <a:lnTo>
                    <a:pt x="5922264" y="6227699"/>
                  </a:lnTo>
                  <a:lnTo>
                    <a:pt x="5945505" y="6223634"/>
                  </a:lnTo>
                  <a:lnTo>
                    <a:pt x="5968492" y="6218300"/>
                  </a:lnTo>
                  <a:lnTo>
                    <a:pt x="5990844" y="6211950"/>
                  </a:lnTo>
                  <a:lnTo>
                    <a:pt x="6012815" y="6204584"/>
                  </a:lnTo>
                  <a:lnTo>
                    <a:pt x="6034278" y="6196075"/>
                  </a:lnTo>
                  <a:lnTo>
                    <a:pt x="6055106" y="6186677"/>
                  </a:lnTo>
                  <a:lnTo>
                    <a:pt x="6075553" y="6176263"/>
                  </a:lnTo>
                  <a:lnTo>
                    <a:pt x="6095365" y="6164833"/>
                  </a:lnTo>
                  <a:lnTo>
                    <a:pt x="6114542" y="6152642"/>
                  </a:lnTo>
                  <a:lnTo>
                    <a:pt x="6133084" y="6139433"/>
                  </a:lnTo>
                  <a:lnTo>
                    <a:pt x="6150864" y="6125337"/>
                  </a:lnTo>
                  <a:lnTo>
                    <a:pt x="6168136" y="6110477"/>
                  </a:lnTo>
                  <a:lnTo>
                    <a:pt x="6184519" y="6094983"/>
                  </a:lnTo>
                  <a:lnTo>
                    <a:pt x="6200140" y="6078474"/>
                  </a:lnTo>
                  <a:lnTo>
                    <a:pt x="6214999" y="6061328"/>
                  </a:lnTo>
                  <a:lnTo>
                    <a:pt x="6229096" y="6043549"/>
                  </a:lnTo>
                  <a:lnTo>
                    <a:pt x="6242304" y="6025133"/>
                  </a:lnTo>
                  <a:lnTo>
                    <a:pt x="6254496" y="6005830"/>
                  </a:lnTo>
                  <a:lnTo>
                    <a:pt x="6265926" y="5986018"/>
                  </a:lnTo>
                  <a:lnTo>
                    <a:pt x="6276340" y="5965697"/>
                  </a:lnTo>
                  <a:lnTo>
                    <a:pt x="6285865" y="5944743"/>
                  </a:lnTo>
                  <a:lnTo>
                    <a:pt x="6294374" y="5923280"/>
                  </a:lnTo>
                  <a:lnTo>
                    <a:pt x="6301740" y="5901308"/>
                  </a:lnTo>
                  <a:lnTo>
                    <a:pt x="6308217" y="5878956"/>
                  </a:lnTo>
                  <a:lnTo>
                    <a:pt x="6313424" y="5856096"/>
                  </a:lnTo>
                  <a:lnTo>
                    <a:pt x="6317615" y="5832856"/>
                  </a:lnTo>
                  <a:lnTo>
                    <a:pt x="6320663" y="5809106"/>
                  </a:lnTo>
                  <a:lnTo>
                    <a:pt x="6322441" y="5785103"/>
                  </a:lnTo>
                  <a:lnTo>
                    <a:pt x="6323076" y="5760593"/>
                  </a:lnTo>
                  <a:lnTo>
                    <a:pt x="6323076" y="491871"/>
                  </a:lnTo>
                  <a:lnTo>
                    <a:pt x="6322568" y="468503"/>
                  </a:lnTo>
                  <a:lnTo>
                    <a:pt x="6320790" y="445262"/>
                  </a:lnTo>
                  <a:lnTo>
                    <a:pt x="6317869" y="422021"/>
                  </a:lnTo>
                  <a:lnTo>
                    <a:pt x="6313932" y="399288"/>
                  </a:lnTo>
                  <a:lnTo>
                    <a:pt x="6308852" y="376682"/>
                  </a:lnTo>
                  <a:lnTo>
                    <a:pt x="6302756" y="354457"/>
                  </a:lnTo>
                  <a:lnTo>
                    <a:pt x="6295390" y="332486"/>
                  </a:lnTo>
                  <a:lnTo>
                    <a:pt x="6287135" y="311023"/>
                  </a:lnTo>
                  <a:lnTo>
                    <a:pt x="6277737" y="289941"/>
                  </a:lnTo>
                  <a:lnTo>
                    <a:pt x="6267450" y="269367"/>
                  </a:lnTo>
                  <a:lnTo>
                    <a:pt x="6256020" y="249174"/>
                  </a:lnTo>
                  <a:lnTo>
                    <a:pt x="6243701" y="229743"/>
                  </a:lnTo>
                  <a:lnTo>
                    <a:pt x="6230366" y="210693"/>
                  </a:lnTo>
                  <a:lnTo>
                    <a:pt x="6216142" y="192278"/>
                  </a:lnTo>
                  <a:lnTo>
                    <a:pt x="6200902" y="174625"/>
                  </a:lnTo>
                  <a:lnTo>
                    <a:pt x="6184773" y="157734"/>
                  </a:lnTo>
                  <a:lnTo>
                    <a:pt x="6167755" y="141478"/>
                  </a:lnTo>
                  <a:lnTo>
                    <a:pt x="6150102" y="126238"/>
                  </a:lnTo>
                  <a:lnTo>
                    <a:pt x="6131814" y="112014"/>
                  </a:lnTo>
                  <a:lnTo>
                    <a:pt x="6112764" y="98679"/>
                  </a:lnTo>
                  <a:lnTo>
                    <a:pt x="6093333" y="86233"/>
                  </a:lnTo>
                  <a:lnTo>
                    <a:pt x="6073267" y="74930"/>
                  </a:lnTo>
                  <a:lnTo>
                    <a:pt x="6052566" y="64516"/>
                  </a:lnTo>
                  <a:lnTo>
                    <a:pt x="6031484" y="55118"/>
                  </a:lnTo>
                  <a:lnTo>
                    <a:pt x="6010021" y="46863"/>
                  </a:lnTo>
                  <a:lnTo>
                    <a:pt x="5988177" y="39624"/>
                  </a:lnTo>
                  <a:lnTo>
                    <a:pt x="5965825" y="33401"/>
                  </a:lnTo>
                  <a:lnTo>
                    <a:pt x="5943473" y="28194"/>
                  </a:lnTo>
                  <a:lnTo>
                    <a:pt x="5920486" y="24257"/>
                  </a:lnTo>
                  <a:lnTo>
                    <a:pt x="5897499" y="21463"/>
                  </a:lnTo>
                  <a:lnTo>
                    <a:pt x="5874258" y="19558"/>
                  </a:lnTo>
                  <a:lnTo>
                    <a:pt x="5850509" y="19050"/>
                  </a:lnTo>
                  <a:lnTo>
                    <a:pt x="491744" y="19050"/>
                  </a:lnTo>
                  <a:lnTo>
                    <a:pt x="468249" y="19558"/>
                  </a:lnTo>
                  <a:lnTo>
                    <a:pt x="445008" y="21336"/>
                  </a:lnTo>
                  <a:lnTo>
                    <a:pt x="421894" y="24257"/>
                  </a:lnTo>
                  <a:lnTo>
                    <a:pt x="399161" y="28194"/>
                  </a:lnTo>
                  <a:lnTo>
                    <a:pt x="376555" y="33274"/>
                  </a:lnTo>
                  <a:lnTo>
                    <a:pt x="354330" y="39370"/>
                  </a:lnTo>
                  <a:lnTo>
                    <a:pt x="332486" y="46736"/>
                  </a:lnTo>
                  <a:lnTo>
                    <a:pt x="310896" y="54991"/>
                  </a:lnTo>
                  <a:lnTo>
                    <a:pt x="289814" y="64389"/>
                  </a:lnTo>
                  <a:lnTo>
                    <a:pt x="269240" y="74676"/>
                  </a:lnTo>
                  <a:lnTo>
                    <a:pt x="249174" y="86106"/>
                  </a:lnTo>
                  <a:lnTo>
                    <a:pt x="229616" y="98425"/>
                  </a:lnTo>
                  <a:lnTo>
                    <a:pt x="210566" y="111760"/>
                  </a:lnTo>
                  <a:lnTo>
                    <a:pt x="192278" y="125984"/>
                  </a:lnTo>
                  <a:lnTo>
                    <a:pt x="174625" y="141224"/>
                  </a:lnTo>
                  <a:lnTo>
                    <a:pt x="157607" y="157353"/>
                  </a:lnTo>
                  <a:lnTo>
                    <a:pt x="141478" y="174371"/>
                  </a:lnTo>
                  <a:lnTo>
                    <a:pt x="126238" y="192024"/>
                  </a:lnTo>
                  <a:lnTo>
                    <a:pt x="111887" y="210312"/>
                  </a:lnTo>
                  <a:lnTo>
                    <a:pt x="98552" y="229362"/>
                  </a:lnTo>
                  <a:lnTo>
                    <a:pt x="86233" y="248793"/>
                  </a:lnTo>
                  <a:lnTo>
                    <a:pt x="74803" y="268859"/>
                  </a:lnTo>
                  <a:lnTo>
                    <a:pt x="64389" y="289560"/>
                  </a:lnTo>
                  <a:lnTo>
                    <a:pt x="54991" y="310642"/>
                  </a:lnTo>
                  <a:lnTo>
                    <a:pt x="46736" y="332105"/>
                  </a:lnTo>
                  <a:lnTo>
                    <a:pt x="39497" y="354076"/>
                  </a:lnTo>
                  <a:lnTo>
                    <a:pt x="33274" y="376301"/>
                  </a:lnTo>
                  <a:lnTo>
                    <a:pt x="28067" y="398907"/>
                  </a:lnTo>
                  <a:lnTo>
                    <a:pt x="24003" y="421640"/>
                  </a:lnTo>
                  <a:lnTo>
                    <a:pt x="21209" y="444754"/>
                  </a:lnTo>
                  <a:lnTo>
                    <a:pt x="19431" y="467995"/>
                  </a:lnTo>
                  <a:lnTo>
                    <a:pt x="18796" y="491617"/>
                  </a:lnTo>
                  <a:lnTo>
                    <a:pt x="18796" y="5760339"/>
                  </a:lnTo>
                  <a:lnTo>
                    <a:pt x="19431" y="5784723"/>
                  </a:lnTo>
                  <a:lnTo>
                    <a:pt x="21209" y="5808599"/>
                  </a:lnTo>
                  <a:lnTo>
                    <a:pt x="24257" y="5832348"/>
                  </a:lnTo>
                  <a:lnTo>
                    <a:pt x="28321" y="5855716"/>
                  </a:lnTo>
                  <a:lnTo>
                    <a:pt x="33528" y="5878449"/>
                  </a:lnTo>
                  <a:lnTo>
                    <a:pt x="40005" y="5900928"/>
                  </a:lnTo>
                  <a:lnTo>
                    <a:pt x="47371" y="5922899"/>
                  </a:lnTo>
                  <a:lnTo>
                    <a:pt x="55880" y="5944362"/>
                  </a:lnTo>
                  <a:lnTo>
                    <a:pt x="65278" y="5965190"/>
                  </a:lnTo>
                  <a:lnTo>
                    <a:pt x="75692" y="5985637"/>
                  </a:lnTo>
                  <a:lnTo>
                    <a:pt x="87122" y="6005449"/>
                  </a:lnTo>
                  <a:lnTo>
                    <a:pt x="99314" y="6024626"/>
                  </a:lnTo>
                  <a:lnTo>
                    <a:pt x="112522" y="6043168"/>
                  </a:lnTo>
                  <a:lnTo>
                    <a:pt x="126492" y="6060948"/>
                  </a:lnTo>
                  <a:lnTo>
                    <a:pt x="141351" y="6078220"/>
                  </a:lnTo>
                  <a:lnTo>
                    <a:pt x="156972" y="6094603"/>
                  </a:lnTo>
                  <a:lnTo>
                    <a:pt x="173482" y="6110224"/>
                  </a:lnTo>
                  <a:lnTo>
                    <a:pt x="190500" y="6125083"/>
                  </a:lnTo>
                  <a:lnTo>
                    <a:pt x="208280" y="6139053"/>
                  </a:lnTo>
                  <a:lnTo>
                    <a:pt x="226822" y="6152388"/>
                  </a:lnTo>
                  <a:lnTo>
                    <a:pt x="245999" y="6164580"/>
                  </a:lnTo>
                  <a:lnTo>
                    <a:pt x="265811" y="6176010"/>
                  </a:lnTo>
                  <a:lnTo>
                    <a:pt x="286131" y="6186424"/>
                  </a:lnTo>
                  <a:lnTo>
                    <a:pt x="307086" y="6195949"/>
                  </a:lnTo>
                  <a:lnTo>
                    <a:pt x="328549" y="6204458"/>
                  </a:lnTo>
                  <a:lnTo>
                    <a:pt x="350520" y="6211824"/>
                  </a:lnTo>
                  <a:lnTo>
                    <a:pt x="372872" y="6218301"/>
                  </a:lnTo>
                  <a:lnTo>
                    <a:pt x="395732" y="6223508"/>
                  </a:lnTo>
                  <a:lnTo>
                    <a:pt x="418973" y="6227699"/>
                  </a:lnTo>
                  <a:lnTo>
                    <a:pt x="442722" y="6230747"/>
                  </a:lnTo>
                  <a:lnTo>
                    <a:pt x="466725" y="6232525"/>
                  </a:lnTo>
                  <a:lnTo>
                    <a:pt x="491236" y="6233160"/>
                  </a:lnTo>
                  <a:close/>
                  <a:moveTo>
                    <a:pt x="491490" y="6252209"/>
                  </a:moveTo>
                  <a:lnTo>
                    <a:pt x="466471" y="6251575"/>
                  </a:lnTo>
                  <a:lnTo>
                    <a:pt x="441579" y="6249669"/>
                  </a:lnTo>
                  <a:lnTo>
                    <a:pt x="416814" y="6246621"/>
                  </a:lnTo>
                  <a:lnTo>
                    <a:pt x="392684" y="6242303"/>
                  </a:lnTo>
                  <a:lnTo>
                    <a:pt x="368935" y="6236843"/>
                  </a:lnTo>
                  <a:lnTo>
                    <a:pt x="345567" y="6230112"/>
                  </a:lnTo>
                  <a:lnTo>
                    <a:pt x="322707" y="6222492"/>
                  </a:lnTo>
                  <a:lnTo>
                    <a:pt x="300355" y="6213601"/>
                  </a:lnTo>
                  <a:lnTo>
                    <a:pt x="278638" y="6203822"/>
                  </a:lnTo>
                  <a:lnTo>
                    <a:pt x="257429" y="6192900"/>
                  </a:lnTo>
                  <a:lnTo>
                    <a:pt x="236855" y="6181089"/>
                  </a:lnTo>
                  <a:lnTo>
                    <a:pt x="216916" y="6168389"/>
                  </a:lnTo>
                  <a:lnTo>
                    <a:pt x="197485" y="6154674"/>
                  </a:lnTo>
                  <a:lnTo>
                    <a:pt x="178943" y="6140069"/>
                  </a:lnTo>
                  <a:lnTo>
                    <a:pt x="161163" y="6124575"/>
                  </a:lnTo>
                  <a:lnTo>
                    <a:pt x="144145" y="6108445"/>
                  </a:lnTo>
                  <a:lnTo>
                    <a:pt x="127762" y="6091300"/>
                  </a:lnTo>
                  <a:lnTo>
                    <a:pt x="112268" y="6073520"/>
                  </a:lnTo>
                  <a:lnTo>
                    <a:pt x="97663" y="6054978"/>
                  </a:lnTo>
                  <a:lnTo>
                    <a:pt x="83947" y="6035675"/>
                  </a:lnTo>
                  <a:lnTo>
                    <a:pt x="71247" y="6015608"/>
                  </a:lnTo>
                  <a:lnTo>
                    <a:pt x="59436" y="5995162"/>
                  </a:lnTo>
                  <a:lnTo>
                    <a:pt x="48514" y="5973952"/>
                  </a:lnTo>
                  <a:lnTo>
                    <a:pt x="38735" y="5952236"/>
                  </a:lnTo>
                  <a:lnTo>
                    <a:pt x="29845" y="5929883"/>
                  </a:lnTo>
                  <a:lnTo>
                    <a:pt x="22098" y="5907024"/>
                  </a:lnTo>
                  <a:lnTo>
                    <a:pt x="15367" y="5883782"/>
                  </a:lnTo>
                  <a:lnTo>
                    <a:pt x="9906" y="5859906"/>
                  </a:lnTo>
                  <a:lnTo>
                    <a:pt x="5588" y="5835650"/>
                  </a:lnTo>
                  <a:lnTo>
                    <a:pt x="2413" y="5811138"/>
                  </a:lnTo>
                  <a:lnTo>
                    <a:pt x="508" y="5786119"/>
                  </a:lnTo>
                  <a:lnTo>
                    <a:pt x="0" y="5760846"/>
                  </a:lnTo>
                  <a:lnTo>
                    <a:pt x="0" y="491617"/>
                  </a:lnTo>
                  <a:lnTo>
                    <a:pt x="635" y="467487"/>
                  </a:lnTo>
                  <a:lnTo>
                    <a:pt x="2413" y="443357"/>
                  </a:lnTo>
                  <a:lnTo>
                    <a:pt x="5334" y="419227"/>
                  </a:lnTo>
                  <a:lnTo>
                    <a:pt x="9525" y="395478"/>
                  </a:lnTo>
                  <a:lnTo>
                    <a:pt x="14859" y="371983"/>
                  </a:lnTo>
                  <a:lnTo>
                    <a:pt x="21209" y="348869"/>
                  </a:lnTo>
                  <a:lnTo>
                    <a:pt x="28702" y="326136"/>
                  </a:lnTo>
                  <a:lnTo>
                    <a:pt x="37338" y="303784"/>
                  </a:lnTo>
                  <a:lnTo>
                    <a:pt x="46990" y="281813"/>
                  </a:lnTo>
                  <a:lnTo>
                    <a:pt x="57785" y="260350"/>
                  </a:lnTo>
                  <a:lnTo>
                    <a:pt x="69596" y="239395"/>
                  </a:lnTo>
                  <a:lnTo>
                    <a:pt x="82423" y="219075"/>
                  </a:lnTo>
                  <a:lnTo>
                    <a:pt x="96266" y="199390"/>
                  </a:lnTo>
                  <a:lnTo>
                    <a:pt x="111125" y="180213"/>
                  </a:lnTo>
                  <a:lnTo>
                    <a:pt x="127000" y="161925"/>
                  </a:lnTo>
                  <a:lnTo>
                    <a:pt x="143764" y="144272"/>
                  </a:lnTo>
                  <a:lnTo>
                    <a:pt x="161417" y="127381"/>
                  </a:lnTo>
                  <a:lnTo>
                    <a:pt x="179705" y="111506"/>
                  </a:lnTo>
                  <a:lnTo>
                    <a:pt x="198882" y="96647"/>
                  </a:lnTo>
                  <a:lnTo>
                    <a:pt x="218567" y="82804"/>
                  </a:lnTo>
                  <a:lnTo>
                    <a:pt x="238887" y="69977"/>
                  </a:lnTo>
                  <a:lnTo>
                    <a:pt x="259842" y="58166"/>
                  </a:lnTo>
                  <a:lnTo>
                    <a:pt x="281305" y="47244"/>
                  </a:lnTo>
                  <a:lnTo>
                    <a:pt x="303276" y="37592"/>
                  </a:lnTo>
                  <a:lnTo>
                    <a:pt x="325501" y="28956"/>
                  </a:lnTo>
                  <a:lnTo>
                    <a:pt x="348234" y="21336"/>
                  </a:lnTo>
                  <a:lnTo>
                    <a:pt x="371475" y="14859"/>
                  </a:lnTo>
                  <a:lnTo>
                    <a:pt x="394843" y="9525"/>
                  </a:lnTo>
                  <a:lnTo>
                    <a:pt x="418719" y="5461"/>
                  </a:lnTo>
                  <a:lnTo>
                    <a:pt x="442722" y="2413"/>
                  </a:lnTo>
                  <a:lnTo>
                    <a:pt x="466852" y="635"/>
                  </a:lnTo>
                  <a:lnTo>
                    <a:pt x="491236" y="0"/>
                  </a:lnTo>
                  <a:lnTo>
                    <a:pt x="5850509" y="0"/>
                  </a:lnTo>
                  <a:lnTo>
                    <a:pt x="5874639" y="635"/>
                  </a:lnTo>
                  <a:lnTo>
                    <a:pt x="5898896" y="2413"/>
                  </a:lnTo>
                  <a:lnTo>
                    <a:pt x="5922899" y="5461"/>
                  </a:lnTo>
                  <a:lnTo>
                    <a:pt x="5946648" y="9525"/>
                  </a:lnTo>
                  <a:lnTo>
                    <a:pt x="5970143" y="14859"/>
                  </a:lnTo>
                  <a:lnTo>
                    <a:pt x="5993257" y="21209"/>
                  </a:lnTo>
                  <a:lnTo>
                    <a:pt x="6015990" y="28829"/>
                  </a:lnTo>
                  <a:lnTo>
                    <a:pt x="6038342" y="37465"/>
                  </a:lnTo>
                  <a:lnTo>
                    <a:pt x="6060313" y="47117"/>
                  </a:lnTo>
                  <a:lnTo>
                    <a:pt x="6081776" y="57912"/>
                  </a:lnTo>
                  <a:lnTo>
                    <a:pt x="6102731" y="69723"/>
                  </a:lnTo>
                  <a:lnTo>
                    <a:pt x="6123051" y="82550"/>
                  </a:lnTo>
                  <a:lnTo>
                    <a:pt x="6142736" y="96393"/>
                  </a:lnTo>
                  <a:lnTo>
                    <a:pt x="6161913" y="111252"/>
                  </a:lnTo>
                  <a:lnTo>
                    <a:pt x="6180201" y="127127"/>
                  </a:lnTo>
                  <a:lnTo>
                    <a:pt x="6197854" y="143891"/>
                  </a:lnTo>
                  <a:lnTo>
                    <a:pt x="6214745" y="161544"/>
                  </a:lnTo>
                  <a:lnTo>
                    <a:pt x="6230620" y="179959"/>
                  </a:lnTo>
                  <a:lnTo>
                    <a:pt x="6245479" y="199009"/>
                  </a:lnTo>
                  <a:lnTo>
                    <a:pt x="6259322" y="218694"/>
                  </a:lnTo>
                  <a:lnTo>
                    <a:pt x="6272149" y="239014"/>
                  </a:lnTo>
                  <a:lnTo>
                    <a:pt x="6283960" y="259842"/>
                  </a:lnTo>
                  <a:lnTo>
                    <a:pt x="6294882" y="281432"/>
                  </a:lnTo>
                  <a:lnTo>
                    <a:pt x="6304534" y="303276"/>
                  </a:lnTo>
                  <a:lnTo>
                    <a:pt x="6313170" y="325628"/>
                  </a:lnTo>
                  <a:lnTo>
                    <a:pt x="6320790" y="348488"/>
                  </a:lnTo>
                  <a:lnTo>
                    <a:pt x="6327267" y="371602"/>
                  </a:lnTo>
                  <a:lnTo>
                    <a:pt x="6332601" y="395097"/>
                  </a:lnTo>
                  <a:lnTo>
                    <a:pt x="6336665" y="418846"/>
                  </a:lnTo>
                  <a:lnTo>
                    <a:pt x="6339713" y="442849"/>
                  </a:lnTo>
                  <a:lnTo>
                    <a:pt x="6341491" y="467106"/>
                  </a:lnTo>
                  <a:lnTo>
                    <a:pt x="6342126" y="491490"/>
                  </a:lnTo>
                  <a:lnTo>
                    <a:pt x="6342126" y="5760593"/>
                  </a:lnTo>
                  <a:lnTo>
                    <a:pt x="6341491" y="5785612"/>
                  </a:lnTo>
                  <a:lnTo>
                    <a:pt x="6339586" y="5810631"/>
                  </a:lnTo>
                  <a:lnTo>
                    <a:pt x="6336538" y="5835269"/>
                  </a:lnTo>
                  <a:lnTo>
                    <a:pt x="6332220" y="5859526"/>
                  </a:lnTo>
                  <a:lnTo>
                    <a:pt x="6326759" y="5883275"/>
                  </a:lnTo>
                  <a:lnTo>
                    <a:pt x="6320028" y="5906643"/>
                  </a:lnTo>
                  <a:lnTo>
                    <a:pt x="6312408" y="5929376"/>
                  </a:lnTo>
                  <a:lnTo>
                    <a:pt x="6303518" y="5951727"/>
                  </a:lnTo>
                  <a:lnTo>
                    <a:pt x="6293739" y="5973571"/>
                  </a:lnTo>
                  <a:lnTo>
                    <a:pt x="6282817" y="5994781"/>
                  </a:lnTo>
                  <a:lnTo>
                    <a:pt x="6271006" y="6015355"/>
                  </a:lnTo>
                  <a:lnTo>
                    <a:pt x="6258306" y="6035294"/>
                  </a:lnTo>
                  <a:lnTo>
                    <a:pt x="6244590" y="6054597"/>
                  </a:lnTo>
                  <a:lnTo>
                    <a:pt x="6229985" y="6073140"/>
                  </a:lnTo>
                  <a:lnTo>
                    <a:pt x="6214491" y="6091046"/>
                  </a:lnTo>
                  <a:lnTo>
                    <a:pt x="6198362" y="6108065"/>
                  </a:lnTo>
                  <a:lnTo>
                    <a:pt x="6181217" y="6124321"/>
                  </a:lnTo>
                  <a:lnTo>
                    <a:pt x="6163437" y="6139815"/>
                  </a:lnTo>
                  <a:lnTo>
                    <a:pt x="6144895" y="6154293"/>
                  </a:lnTo>
                  <a:lnTo>
                    <a:pt x="6125591" y="6168136"/>
                  </a:lnTo>
                  <a:lnTo>
                    <a:pt x="6105525" y="6180963"/>
                  </a:lnTo>
                  <a:lnTo>
                    <a:pt x="6085078" y="6192774"/>
                  </a:lnTo>
                  <a:lnTo>
                    <a:pt x="6063869" y="6203569"/>
                  </a:lnTo>
                  <a:lnTo>
                    <a:pt x="6042152" y="6213475"/>
                  </a:lnTo>
                  <a:lnTo>
                    <a:pt x="6019800" y="6222238"/>
                  </a:lnTo>
                  <a:lnTo>
                    <a:pt x="5996940" y="6229984"/>
                  </a:lnTo>
                  <a:lnTo>
                    <a:pt x="5973572" y="6236589"/>
                  </a:lnTo>
                  <a:lnTo>
                    <a:pt x="5949823" y="6242177"/>
                  </a:lnTo>
                  <a:lnTo>
                    <a:pt x="5925693" y="6246495"/>
                  </a:lnTo>
                  <a:lnTo>
                    <a:pt x="5901055" y="6249670"/>
                  </a:lnTo>
                  <a:lnTo>
                    <a:pt x="5876163" y="6251575"/>
                  </a:lnTo>
                  <a:lnTo>
                    <a:pt x="5850763" y="6252209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804715" y="621520"/>
            <a:ext cx="9001941" cy="213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3"/>
              </a:lnSpc>
            </a:pPr>
            <a:r>
              <a:rPr lang="en-US" b="true" sz="6002" spc="1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Components of an AI Agent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886" y="3431334"/>
            <a:ext cx="5556498" cy="51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83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key components of AI agents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1189" y="4231843"/>
            <a:ext cx="2604496" cy="144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26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Brain - LLM’s</a:t>
            </a:r>
          </a:p>
          <a:p>
            <a:pPr algn="l">
              <a:lnSpc>
                <a:spcPts val="3811"/>
              </a:lnSpc>
            </a:pPr>
            <a:r>
              <a:rPr lang="en-US" sz="26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Memory </a:t>
            </a:r>
          </a:p>
          <a:p>
            <a:pPr algn="l">
              <a:lnSpc>
                <a:spcPts val="3811"/>
              </a:lnSpc>
            </a:pPr>
            <a:r>
              <a:rPr lang="en-US" sz="26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Tools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64824" y="-258937"/>
            <a:ext cx="9144000" cy="6696456"/>
          </a:xfrm>
          <a:custGeom>
            <a:avLst/>
            <a:gdLst/>
            <a:ahLst/>
            <a:cxnLst/>
            <a:rect r="r" b="b" t="t" l="l"/>
            <a:pathLst>
              <a:path h="6696456" w="9144000">
                <a:moveTo>
                  <a:pt x="0" y="0"/>
                </a:moveTo>
                <a:lnTo>
                  <a:pt x="9144000" y="0"/>
                </a:lnTo>
                <a:lnTo>
                  <a:pt x="9144000" y="6696456"/>
                </a:lnTo>
                <a:lnTo>
                  <a:pt x="0" y="6696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0" t="-12221" r="0" b="-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7728" y="6435852"/>
            <a:ext cx="7510272" cy="3851148"/>
          </a:xfrm>
          <a:custGeom>
            <a:avLst/>
            <a:gdLst/>
            <a:ahLst/>
            <a:cxnLst/>
            <a:rect r="r" b="b" t="t" l="l"/>
            <a:pathLst>
              <a:path h="3851148" w="7510272">
                <a:moveTo>
                  <a:pt x="0" y="0"/>
                </a:moveTo>
                <a:lnTo>
                  <a:pt x="7510272" y="0"/>
                </a:lnTo>
                <a:lnTo>
                  <a:pt x="7510272" y="3851148"/>
                </a:lnTo>
                <a:lnTo>
                  <a:pt x="0" y="385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211" b="-1473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6900" y="6870697"/>
            <a:ext cx="12674603" cy="2197103"/>
          </a:xfrm>
          <a:custGeom>
            <a:avLst/>
            <a:gdLst/>
            <a:ahLst/>
            <a:cxnLst/>
            <a:rect r="r" b="b" t="t" l="l"/>
            <a:pathLst>
              <a:path h="2197103" w="12674603">
                <a:moveTo>
                  <a:pt x="0" y="0"/>
                </a:moveTo>
                <a:lnTo>
                  <a:pt x="12674603" y="0"/>
                </a:lnTo>
                <a:lnTo>
                  <a:pt x="12674603" y="2197103"/>
                </a:lnTo>
                <a:lnTo>
                  <a:pt x="0" y="2197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297070"/>
            <a:ext cx="6014352" cy="5989920"/>
            <a:chOff x="0" y="0"/>
            <a:chExt cx="8019136" cy="7986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9161" cy="7986522"/>
            </a:xfrm>
            <a:custGeom>
              <a:avLst/>
              <a:gdLst/>
              <a:ahLst/>
              <a:cxnLst/>
              <a:rect r="r" b="b" t="t" l="l"/>
              <a:pathLst>
                <a:path h="7986522" w="8019161">
                  <a:moveTo>
                    <a:pt x="0" y="0"/>
                  </a:moveTo>
                  <a:lnTo>
                    <a:pt x="0" y="7986522"/>
                  </a:lnTo>
                  <a:lnTo>
                    <a:pt x="8019161" y="7986522"/>
                  </a:lnTo>
                  <a:lnTo>
                    <a:pt x="801916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266" t="-79354" r="-79027" b="-15128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91952" y="0"/>
            <a:ext cx="4496048" cy="6178582"/>
            <a:chOff x="0" y="0"/>
            <a:chExt cx="5994730" cy="8238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94781" cy="8238109"/>
            </a:xfrm>
            <a:custGeom>
              <a:avLst/>
              <a:gdLst/>
              <a:ahLst/>
              <a:cxnLst/>
              <a:rect r="r" b="b" t="t" l="l"/>
              <a:pathLst>
                <a:path h="8238109" w="5994781">
                  <a:moveTo>
                    <a:pt x="0" y="0"/>
                  </a:moveTo>
                  <a:lnTo>
                    <a:pt x="0" y="8238109"/>
                  </a:lnTo>
                  <a:lnTo>
                    <a:pt x="5994781" y="8238109"/>
                  </a:lnTo>
                  <a:lnTo>
                    <a:pt x="5994781" y="0"/>
                  </a:lnTo>
                  <a:close/>
                </a:path>
              </a:pathLst>
            </a:custGeom>
            <a:blipFill>
              <a:blip r:embed="rId5"/>
              <a:stretch>
                <a:fillRect l="-105721" t="-143612" r="-234770" b="-7692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1574" y="3580638"/>
            <a:ext cx="6323076" cy="6233160"/>
            <a:chOff x="0" y="0"/>
            <a:chExt cx="8430768" cy="831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30768" cy="8310880"/>
            </a:xfrm>
            <a:custGeom>
              <a:avLst/>
              <a:gdLst/>
              <a:ahLst/>
              <a:cxnLst/>
              <a:rect r="r" b="b" t="t" l="l"/>
              <a:pathLst>
                <a:path h="8310880" w="8430768">
                  <a:moveTo>
                    <a:pt x="642239" y="0"/>
                  </a:moveTo>
                  <a:cubicBezTo>
                    <a:pt x="471932" y="127"/>
                    <a:pt x="308737" y="67818"/>
                    <a:pt x="188214" y="188341"/>
                  </a:cubicBezTo>
                  <a:cubicBezTo>
                    <a:pt x="67691" y="308864"/>
                    <a:pt x="0" y="472313"/>
                    <a:pt x="0" y="642747"/>
                  </a:cubicBezTo>
                  <a:lnTo>
                    <a:pt x="0" y="7668133"/>
                  </a:lnTo>
                  <a:cubicBezTo>
                    <a:pt x="0" y="8023098"/>
                    <a:pt x="287782" y="8310880"/>
                    <a:pt x="642747" y="8310880"/>
                  </a:cubicBezTo>
                  <a:lnTo>
                    <a:pt x="7788021" y="8310880"/>
                  </a:lnTo>
                  <a:cubicBezTo>
                    <a:pt x="8143113" y="8310880"/>
                    <a:pt x="8430768" y="8023098"/>
                    <a:pt x="8430768" y="7668133"/>
                  </a:cubicBezTo>
                  <a:lnTo>
                    <a:pt x="8430768" y="642747"/>
                  </a:lnTo>
                  <a:cubicBezTo>
                    <a:pt x="8430768" y="472186"/>
                    <a:pt x="8363077" y="308864"/>
                    <a:pt x="8242427" y="188214"/>
                  </a:cubicBezTo>
                  <a:cubicBezTo>
                    <a:pt x="8121777" y="67564"/>
                    <a:pt x="7958836" y="127"/>
                    <a:pt x="7788529" y="0"/>
                  </a:cubicBezTo>
                  <a:close/>
                </a:path>
              </a:pathLst>
            </a:custGeom>
            <a:blipFill>
              <a:blip r:embed="rId6"/>
              <a:stretch>
                <a:fillRect l="-45988" t="0" r="-89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2049" y="3571113"/>
            <a:ext cx="6342126" cy="6252210"/>
            <a:chOff x="0" y="0"/>
            <a:chExt cx="6342126" cy="6252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2126" cy="6252210"/>
            </a:xfrm>
            <a:custGeom>
              <a:avLst/>
              <a:gdLst/>
              <a:ahLst/>
              <a:cxnLst/>
              <a:rect r="r" b="b" t="t" l="l"/>
              <a:pathLst>
                <a:path h="6252210" w="6342126">
                  <a:moveTo>
                    <a:pt x="5850382" y="6233160"/>
                  </a:moveTo>
                  <a:lnTo>
                    <a:pt x="5874639" y="6232525"/>
                  </a:lnTo>
                  <a:lnTo>
                    <a:pt x="5898642" y="6230747"/>
                  </a:lnTo>
                  <a:lnTo>
                    <a:pt x="5922264" y="6227699"/>
                  </a:lnTo>
                  <a:lnTo>
                    <a:pt x="5945632" y="6223635"/>
                  </a:lnTo>
                  <a:lnTo>
                    <a:pt x="5968492" y="6218301"/>
                  </a:lnTo>
                  <a:lnTo>
                    <a:pt x="5990971" y="6211951"/>
                  </a:lnTo>
                  <a:lnTo>
                    <a:pt x="6012815" y="6204585"/>
                  </a:lnTo>
                  <a:lnTo>
                    <a:pt x="6034405" y="6196076"/>
                  </a:lnTo>
                  <a:lnTo>
                    <a:pt x="6055233" y="6186678"/>
                  </a:lnTo>
                  <a:lnTo>
                    <a:pt x="6075680" y="6176264"/>
                  </a:lnTo>
                  <a:lnTo>
                    <a:pt x="6095492" y="6164834"/>
                  </a:lnTo>
                  <a:lnTo>
                    <a:pt x="6114542" y="6152642"/>
                  </a:lnTo>
                  <a:lnTo>
                    <a:pt x="6133211" y="6139434"/>
                  </a:lnTo>
                  <a:lnTo>
                    <a:pt x="6150991" y="6125464"/>
                  </a:lnTo>
                  <a:lnTo>
                    <a:pt x="6168136" y="6110605"/>
                  </a:lnTo>
                  <a:lnTo>
                    <a:pt x="6184519" y="6094984"/>
                  </a:lnTo>
                  <a:lnTo>
                    <a:pt x="6200267" y="6078601"/>
                  </a:lnTo>
                  <a:lnTo>
                    <a:pt x="6215126" y="6061456"/>
                  </a:lnTo>
                  <a:lnTo>
                    <a:pt x="6229096" y="6043549"/>
                  </a:lnTo>
                  <a:lnTo>
                    <a:pt x="6242304" y="6025134"/>
                  </a:lnTo>
                  <a:lnTo>
                    <a:pt x="6254623" y="6005957"/>
                  </a:lnTo>
                  <a:lnTo>
                    <a:pt x="6265926" y="5986145"/>
                  </a:lnTo>
                  <a:lnTo>
                    <a:pt x="6276340" y="5965825"/>
                  </a:lnTo>
                  <a:lnTo>
                    <a:pt x="6285865" y="5944870"/>
                  </a:lnTo>
                  <a:lnTo>
                    <a:pt x="6294374" y="5923407"/>
                  </a:lnTo>
                  <a:lnTo>
                    <a:pt x="6301867" y="5901436"/>
                  </a:lnTo>
                  <a:lnTo>
                    <a:pt x="6308217" y="5879084"/>
                  </a:lnTo>
                  <a:lnTo>
                    <a:pt x="6313424" y="5856224"/>
                  </a:lnTo>
                  <a:lnTo>
                    <a:pt x="6317615" y="5832983"/>
                  </a:lnTo>
                  <a:lnTo>
                    <a:pt x="6320663" y="5809234"/>
                  </a:lnTo>
                  <a:lnTo>
                    <a:pt x="6322441" y="5785231"/>
                  </a:lnTo>
                  <a:lnTo>
                    <a:pt x="6323076" y="5760720"/>
                  </a:lnTo>
                  <a:lnTo>
                    <a:pt x="6323076" y="491871"/>
                  </a:lnTo>
                  <a:lnTo>
                    <a:pt x="6322568" y="468503"/>
                  </a:lnTo>
                  <a:lnTo>
                    <a:pt x="6320790" y="445262"/>
                  </a:lnTo>
                  <a:lnTo>
                    <a:pt x="6317996" y="422148"/>
                  </a:lnTo>
                  <a:lnTo>
                    <a:pt x="6313932" y="399288"/>
                  </a:lnTo>
                  <a:lnTo>
                    <a:pt x="6308852" y="376682"/>
                  </a:lnTo>
                  <a:lnTo>
                    <a:pt x="6302629" y="354457"/>
                  </a:lnTo>
                  <a:lnTo>
                    <a:pt x="6295517" y="332486"/>
                  </a:lnTo>
                  <a:lnTo>
                    <a:pt x="6287262" y="311023"/>
                  </a:lnTo>
                  <a:lnTo>
                    <a:pt x="6277864" y="289941"/>
                  </a:lnTo>
                  <a:lnTo>
                    <a:pt x="6267577" y="269367"/>
                  </a:lnTo>
                  <a:lnTo>
                    <a:pt x="6256147" y="249174"/>
                  </a:lnTo>
                  <a:lnTo>
                    <a:pt x="6243828" y="229743"/>
                  </a:lnTo>
                  <a:lnTo>
                    <a:pt x="6230493" y="210693"/>
                  </a:lnTo>
                  <a:lnTo>
                    <a:pt x="6216269" y="192278"/>
                  </a:lnTo>
                  <a:lnTo>
                    <a:pt x="6201029" y="174625"/>
                  </a:lnTo>
                  <a:lnTo>
                    <a:pt x="6184900" y="157734"/>
                  </a:lnTo>
                  <a:lnTo>
                    <a:pt x="6167882" y="141478"/>
                  </a:lnTo>
                  <a:lnTo>
                    <a:pt x="6150229" y="126238"/>
                  </a:lnTo>
                  <a:lnTo>
                    <a:pt x="6131814" y="112014"/>
                  </a:lnTo>
                  <a:lnTo>
                    <a:pt x="6112891" y="98679"/>
                  </a:lnTo>
                  <a:lnTo>
                    <a:pt x="6093333" y="86233"/>
                  </a:lnTo>
                  <a:lnTo>
                    <a:pt x="6073394" y="74930"/>
                  </a:lnTo>
                  <a:lnTo>
                    <a:pt x="6052693" y="64516"/>
                  </a:lnTo>
                  <a:lnTo>
                    <a:pt x="6031611" y="55118"/>
                  </a:lnTo>
                  <a:lnTo>
                    <a:pt x="6010148" y="46863"/>
                  </a:lnTo>
                  <a:lnTo>
                    <a:pt x="5988304" y="39624"/>
                  </a:lnTo>
                  <a:lnTo>
                    <a:pt x="5965952" y="33401"/>
                  </a:lnTo>
                  <a:lnTo>
                    <a:pt x="5943473" y="28194"/>
                  </a:lnTo>
                  <a:lnTo>
                    <a:pt x="5920613" y="24257"/>
                  </a:lnTo>
                  <a:lnTo>
                    <a:pt x="5897499" y="21463"/>
                  </a:lnTo>
                  <a:lnTo>
                    <a:pt x="5874258" y="19558"/>
                  </a:lnTo>
                  <a:lnTo>
                    <a:pt x="5850636" y="19050"/>
                  </a:lnTo>
                  <a:lnTo>
                    <a:pt x="491871" y="19050"/>
                  </a:lnTo>
                  <a:lnTo>
                    <a:pt x="468503" y="19558"/>
                  </a:lnTo>
                  <a:lnTo>
                    <a:pt x="445262" y="21336"/>
                  </a:lnTo>
                  <a:lnTo>
                    <a:pt x="422148" y="24257"/>
                  </a:lnTo>
                  <a:lnTo>
                    <a:pt x="399288" y="28194"/>
                  </a:lnTo>
                  <a:lnTo>
                    <a:pt x="376809" y="33274"/>
                  </a:lnTo>
                  <a:lnTo>
                    <a:pt x="354584" y="39370"/>
                  </a:lnTo>
                  <a:lnTo>
                    <a:pt x="332740" y="46736"/>
                  </a:lnTo>
                  <a:lnTo>
                    <a:pt x="311277" y="54991"/>
                  </a:lnTo>
                  <a:lnTo>
                    <a:pt x="290195" y="64389"/>
                  </a:lnTo>
                  <a:lnTo>
                    <a:pt x="269621" y="74676"/>
                  </a:lnTo>
                  <a:lnTo>
                    <a:pt x="249555" y="86106"/>
                  </a:lnTo>
                  <a:lnTo>
                    <a:pt x="229997" y="98425"/>
                  </a:lnTo>
                  <a:lnTo>
                    <a:pt x="210693" y="111760"/>
                  </a:lnTo>
                  <a:lnTo>
                    <a:pt x="192278" y="125984"/>
                  </a:lnTo>
                  <a:lnTo>
                    <a:pt x="174625" y="141224"/>
                  </a:lnTo>
                  <a:lnTo>
                    <a:pt x="157607" y="157353"/>
                  </a:lnTo>
                  <a:lnTo>
                    <a:pt x="141478" y="174371"/>
                  </a:lnTo>
                  <a:lnTo>
                    <a:pt x="126238" y="192024"/>
                  </a:lnTo>
                  <a:lnTo>
                    <a:pt x="111887" y="210312"/>
                  </a:lnTo>
                  <a:lnTo>
                    <a:pt x="98552" y="229362"/>
                  </a:lnTo>
                  <a:lnTo>
                    <a:pt x="86233" y="248793"/>
                  </a:lnTo>
                  <a:lnTo>
                    <a:pt x="74803" y="268859"/>
                  </a:lnTo>
                  <a:lnTo>
                    <a:pt x="64389" y="289560"/>
                  </a:lnTo>
                  <a:lnTo>
                    <a:pt x="54991" y="310642"/>
                  </a:lnTo>
                  <a:lnTo>
                    <a:pt x="46609" y="332105"/>
                  </a:lnTo>
                  <a:lnTo>
                    <a:pt x="39370" y="354076"/>
                  </a:lnTo>
                  <a:lnTo>
                    <a:pt x="33147" y="376301"/>
                  </a:lnTo>
                  <a:lnTo>
                    <a:pt x="28067" y="398780"/>
                  </a:lnTo>
                  <a:lnTo>
                    <a:pt x="24130" y="421640"/>
                  </a:lnTo>
                  <a:lnTo>
                    <a:pt x="21209" y="444754"/>
                  </a:lnTo>
                  <a:lnTo>
                    <a:pt x="19431" y="467995"/>
                  </a:lnTo>
                  <a:lnTo>
                    <a:pt x="18796" y="491617"/>
                  </a:lnTo>
                  <a:lnTo>
                    <a:pt x="18796" y="5760339"/>
                  </a:lnTo>
                  <a:lnTo>
                    <a:pt x="19304" y="5784596"/>
                  </a:lnTo>
                  <a:lnTo>
                    <a:pt x="21209" y="5808599"/>
                  </a:lnTo>
                  <a:lnTo>
                    <a:pt x="24130" y="5832221"/>
                  </a:lnTo>
                  <a:lnTo>
                    <a:pt x="28321" y="5855589"/>
                  </a:lnTo>
                  <a:lnTo>
                    <a:pt x="33528" y="5878449"/>
                  </a:lnTo>
                  <a:lnTo>
                    <a:pt x="39878" y="5900801"/>
                  </a:lnTo>
                  <a:lnTo>
                    <a:pt x="47371" y="5922772"/>
                  </a:lnTo>
                  <a:lnTo>
                    <a:pt x="55880" y="5944235"/>
                  </a:lnTo>
                  <a:lnTo>
                    <a:pt x="65278" y="5965190"/>
                  </a:lnTo>
                  <a:lnTo>
                    <a:pt x="75692" y="5985510"/>
                  </a:lnTo>
                  <a:lnTo>
                    <a:pt x="87122" y="6005322"/>
                  </a:lnTo>
                  <a:lnTo>
                    <a:pt x="99314" y="6024499"/>
                  </a:lnTo>
                  <a:lnTo>
                    <a:pt x="112395" y="6043041"/>
                  </a:lnTo>
                  <a:lnTo>
                    <a:pt x="126492" y="6060948"/>
                  </a:lnTo>
                  <a:lnTo>
                    <a:pt x="141351" y="6078093"/>
                  </a:lnTo>
                  <a:lnTo>
                    <a:pt x="156845" y="6094476"/>
                  </a:lnTo>
                  <a:lnTo>
                    <a:pt x="173228" y="6110097"/>
                  </a:lnTo>
                  <a:lnTo>
                    <a:pt x="190373" y="6124956"/>
                  </a:lnTo>
                  <a:lnTo>
                    <a:pt x="208280" y="6138926"/>
                  </a:lnTo>
                  <a:lnTo>
                    <a:pt x="226695" y="6152134"/>
                  </a:lnTo>
                  <a:lnTo>
                    <a:pt x="245999" y="6164453"/>
                  </a:lnTo>
                  <a:lnTo>
                    <a:pt x="265811" y="6175883"/>
                  </a:lnTo>
                  <a:lnTo>
                    <a:pt x="286131" y="6186297"/>
                  </a:lnTo>
                  <a:lnTo>
                    <a:pt x="307086" y="6195695"/>
                  </a:lnTo>
                  <a:lnTo>
                    <a:pt x="328549" y="6204204"/>
                  </a:lnTo>
                  <a:lnTo>
                    <a:pt x="350520" y="6211570"/>
                  </a:lnTo>
                  <a:lnTo>
                    <a:pt x="372872" y="6218047"/>
                  </a:lnTo>
                  <a:lnTo>
                    <a:pt x="395732" y="6223254"/>
                  </a:lnTo>
                  <a:lnTo>
                    <a:pt x="418973" y="6227445"/>
                  </a:lnTo>
                  <a:lnTo>
                    <a:pt x="442722" y="6230493"/>
                  </a:lnTo>
                  <a:lnTo>
                    <a:pt x="466725" y="6232271"/>
                  </a:lnTo>
                  <a:lnTo>
                    <a:pt x="491236" y="6232906"/>
                  </a:lnTo>
                  <a:close/>
                  <a:moveTo>
                    <a:pt x="491617" y="6252210"/>
                  </a:moveTo>
                  <a:lnTo>
                    <a:pt x="466598" y="6251575"/>
                  </a:lnTo>
                  <a:lnTo>
                    <a:pt x="441706" y="6249797"/>
                  </a:lnTo>
                  <a:lnTo>
                    <a:pt x="417068" y="6246749"/>
                  </a:lnTo>
                  <a:lnTo>
                    <a:pt x="392811" y="6242431"/>
                  </a:lnTo>
                  <a:lnTo>
                    <a:pt x="369062" y="6236970"/>
                  </a:lnTo>
                  <a:lnTo>
                    <a:pt x="345694" y="6230239"/>
                  </a:lnTo>
                  <a:lnTo>
                    <a:pt x="322961" y="6222619"/>
                  </a:lnTo>
                  <a:lnTo>
                    <a:pt x="300609" y="6213729"/>
                  </a:lnTo>
                  <a:lnTo>
                    <a:pt x="278892" y="6203950"/>
                  </a:lnTo>
                  <a:lnTo>
                    <a:pt x="257683" y="6193028"/>
                  </a:lnTo>
                  <a:lnTo>
                    <a:pt x="237109" y="6181217"/>
                  </a:lnTo>
                  <a:lnTo>
                    <a:pt x="217170" y="6168517"/>
                  </a:lnTo>
                  <a:lnTo>
                    <a:pt x="197866" y="6154674"/>
                  </a:lnTo>
                  <a:lnTo>
                    <a:pt x="179324" y="6140196"/>
                  </a:lnTo>
                  <a:lnTo>
                    <a:pt x="161417" y="6124702"/>
                  </a:lnTo>
                  <a:lnTo>
                    <a:pt x="144272" y="6108446"/>
                  </a:lnTo>
                  <a:lnTo>
                    <a:pt x="128016" y="6091301"/>
                  </a:lnTo>
                  <a:lnTo>
                    <a:pt x="112522" y="6073394"/>
                  </a:lnTo>
                  <a:lnTo>
                    <a:pt x="97917" y="6054852"/>
                  </a:lnTo>
                  <a:lnTo>
                    <a:pt x="84201" y="6035548"/>
                  </a:lnTo>
                  <a:lnTo>
                    <a:pt x="71501" y="6015482"/>
                  </a:lnTo>
                  <a:lnTo>
                    <a:pt x="59690" y="5994908"/>
                  </a:lnTo>
                  <a:lnTo>
                    <a:pt x="48768" y="5973699"/>
                  </a:lnTo>
                  <a:lnTo>
                    <a:pt x="38989" y="5951982"/>
                  </a:lnTo>
                  <a:lnTo>
                    <a:pt x="30099" y="5929630"/>
                  </a:lnTo>
                  <a:lnTo>
                    <a:pt x="22352" y="5906770"/>
                  </a:lnTo>
                  <a:lnTo>
                    <a:pt x="15748" y="5883402"/>
                  </a:lnTo>
                  <a:lnTo>
                    <a:pt x="10287" y="5859653"/>
                  </a:lnTo>
                  <a:lnTo>
                    <a:pt x="5969" y="5835396"/>
                  </a:lnTo>
                  <a:lnTo>
                    <a:pt x="2794" y="5810758"/>
                  </a:lnTo>
                  <a:lnTo>
                    <a:pt x="889" y="5785866"/>
                  </a:lnTo>
                  <a:lnTo>
                    <a:pt x="0" y="5760847"/>
                  </a:lnTo>
                  <a:lnTo>
                    <a:pt x="0" y="491617"/>
                  </a:lnTo>
                  <a:lnTo>
                    <a:pt x="635" y="467487"/>
                  </a:lnTo>
                  <a:lnTo>
                    <a:pt x="2413" y="443357"/>
                  </a:lnTo>
                  <a:lnTo>
                    <a:pt x="5461" y="419227"/>
                  </a:lnTo>
                  <a:lnTo>
                    <a:pt x="9525" y="395605"/>
                  </a:lnTo>
                  <a:lnTo>
                    <a:pt x="14859" y="371983"/>
                  </a:lnTo>
                  <a:lnTo>
                    <a:pt x="21209" y="348869"/>
                  </a:lnTo>
                  <a:lnTo>
                    <a:pt x="28829" y="326136"/>
                  </a:lnTo>
                  <a:lnTo>
                    <a:pt x="37465" y="303784"/>
                  </a:lnTo>
                  <a:lnTo>
                    <a:pt x="47117" y="281813"/>
                  </a:lnTo>
                  <a:lnTo>
                    <a:pt x="57912" y="260350"/>
                  </a:lnTo>
                  <a:lnTo>
                    <a:pt x="69723" y="239395"/>
                  </a:lnTo>
                  <a:lnTo>
                    <a:pt x="82550" y="219075"/>
                  </a:lnTo>
                  <a:lnTo>
                    <a:pt x="96393" y="199390"/>
                  </a:lnTo>
                  <a:lnTo>
                    <a:pt x="111252" y="180213"/>
                  </a:lnTo>
                  <a:lnTo>
                    <a:pt x="127127" y="161925"/>
                  </a:lnTo>
                  <a:lnTo>
                    <a:pt x="143891" y="144272"/>
                  </a:lnTo>
                  <a:lnTo>
                    <a:pt x="161544" y="127381"/>
                  </a:lnTo>
                  <a:lnTo>
                    <a:pt x="179832" y="111506"/>
                  </a:lnTo>
                  <a:lnTo>
                    <a:pt x="199009" y="96647"/>
                  </a:lnTo>
                  <a:lnTo>
                    <a:pt x="218694" y="82804"/>
                  </a:lnTo>
                  <a:lnTo>
                    <a:pt x="239014" y="69977"/>
                  </a:lnTo>
                  <a:lnTo>
                    <a:pt x="259842" y="58166"/>
                  </a:lnTo>
                  <a:lnTo>
                    <a:pt x="281305" y="47244"/>
                  </a:lnTo>
                  <a:lnTo>
                    <a:pt x="303276" y="37592"/>
                  </a:lnTo>
                  <a:lnTo>
                    <a:pt x="325628" y="28956"/>
                  </a:lnTo>
                  <a:lnTo>
                    <a:pt x="348361" y="21336"/>
                  </a:lnTo>
                  <a:lnTo>
                    <a:pt x="371602" y="14859"/>
                  </a:lnTo>
                  <a:lnTo>
                    <a:pt x="394970" y="9525"/>
                  </a:lnTo>
                  <a:lnTo>
                    <a:pt x="418846" y="5461"/>
                  </a:lnTo>
                  <a:lnTo>
                    <a:pt x="442722" y="2413"/>
                  </a:lnTo>
                  <a:lnTo>
                    <a:pt x="466852" y="635"/>
                  </a:lnTo>
                  <a:lnTo>
                    <a:pt x="491363" y="0"/>
                  </a:lnTo>
                  <a:lnTo>
                    <a:pt x="5850636" y="0"/>
                  </a:lnTo>
                  <a:lnTo>
                    <a:pt x="5874766" y="635"/>
                  </a:lnTo>
                  <a:lnTo>
                    <a:pt x="5899023" y="2413"/>
                  </a:lnTo>
                  <a:lnTo>
                    <a:pt x="5923026" y="5461"/>
                  </a:lnTo>
                  <a:lnTo>
                    <a:pt x="5946775" y="9525"/>
                  </a:lnTo>
                  <a:lnTo>
                    <a:pt x="5970143" y="14859"/>
                  </a:lnTo>
                  <a:lnTo>
                    <a:pt x="5993384" y="21209"/>
                  </a:lnTo>
                  <a:lnTo>
                    <a:pt x="6016117" y="28829"/>
                  </a:lnTo>
                  <a:lnTo>
                    <a:pt x="6038469" y="37465"/>
                  </a:lnTo>
                  <a:lnTo>
                    <a:pt x="6060440" y="47117"/>
                  </a:lnTo>
                  <a:lnTo>
                    <a:pt x="6081903" y="57912"/>
                  </a:lnTo>
                  <a:lnTo>
                    <a:pt x="6102858" y="69723"/>
                  </a:lnTo>
                  <a:lnTo>
                    <a:pt x="6123051" y="82550"/>
                  </a:lnTo>
                  <a:lnTo>
                    <a:pt x="6142863" y="96393"/>
                  </a:lnTo>
                  <a:lnTo>
                    <a:pt x="6161913" y="111252"/>
                  </a:lnTo>
                  <a:lnTo>
                    <a:pt x="6180328" y="127127"/>
                  </a:lnTo>
                  <a:lnTo>
                    <a:pt x="6197981" y="143891"/>
                  </a:lnTo>
                  <a:lnTo>
                    <a:pt x="6214872" y="161544"/>
                  </a:lnTo>
                  <a:lnTo>
                    <a:pt x="6230620" y="179959"/>
                  </a:lnTo>
                  <a:lnTo>
                    <a:pt x="6245479" y="199009"/>
                  </a:lnTo>
                  <a:lnTo>
                    <a:pt x="6259449" y="218694"/>
                  </a:lnTo>
                  <a:lnTo>
                    <a:pt x="6272276" y="239014"/>
                  </a:lnTo>
                  <a:lnTo>
                    <a:pt x="6284087" y="259842"/>
                  </a:lnTo>
                  <a:lnTo>
                    <a:pt x="6294882" y="281432"/>
                  </a:lnTo>
                  <a:lnTo>
                    <a:pt x="6304661" y="303276"/>
                  </a:lnTo>
                  <a:lnTo>
                    <a:pt x="6313297" y="325628"/>
                  </a:lnTo>
                  <a:lnTo>
                    <a:pt x="6320790" y="348488"/>
                  </a:lnTo>
                  <a:lnTo>
                    <a:pt x="6327267" y="371602"/>
                  </a:lnTo>
                  <a:lnTo>
                    <a:pt x="6332601" y="395097"/>
                  </a:lnTo>
                  <a:lnTo>
                    <a:pt x="6336792" y="418719"/>
                  </a:lnTo>
                  <a:lnTo>
                    <a:pt x="6339713" y="442849"/>
                  </a:lnTo>
                  <a:lnTo>
                    <a:pt x="6341491" y="467106"/>
                  </a:lnTo>
                  <a:lnTo>
                    <a:pt x="6342126" y="491490"/>
                  </a:lnTo>
                  <a:lnTo>
                    <a:pt x="6342126" y="5760593"/>
                  </a:lnTo>
                  <a:lnTo>
                    <a:pt x="6341491" y="5785612"/>
                  </a:lnTo>
                  <a:lnTo>
                    <a:pt x="6339586" y="5810504"/>
                  </a:lnTo>
                  <a:lnTo>
                    <a:pt x="6336538" y="5835142"/>
                  </a:lnTo>
                  <a:lnTo>
                    <a:pt x="6332220" y="5859399"/>
                  </a:lnTo>
                  <a:lnTo>
                    <a:pt x="6326759" y="5883148"/>
                  </a:lnTo>
                  <a:lnTo>
                    <a:pt x="6320155" y="5906516"/>
                  </a:lnTo>
                  <a:lnTo>
                    <a:pt x="6312408" y="5929376"/>
                  </a:lnTo>
                  <a:lnTo>
                    <a:pt x="6303518" y="5951728"/>
                  </a:lnTo>
                  <a:lnTo>
                    <a:pt x="6293739" y="5973445"/>
                  </a:lnTo>
                  <a:lnTo>
                    <a:pt x="6282817" y="5994654"/>
                  </a:lnTo>
                  <a:lnTo>
                    <a:pt x="6271133" y="6015228"/>
                  </a:lnTo>
                  <a:lnTo>
                    <a:pt x="6258306" y="6035294"/>
                  </a:lnTo>
                  <a:lnTo>
                    <a:pt x="6244590" y="6054471"/>
                  </a:lnTo>
                  <a:lnTo>
                    <a:pt x="6230112" y="6073013"/>
                  </a:lnTo>
                  <a:lnTo>
                    <a:pt x="6214618" y="6090920"/>
                  </a:lnTo>
                  <a:lnTo>
                    <a:pt x="6198362" y="6108065"/>
                  </a:lnTo>
                  <a:lnTo>
                    <a:pt x="6181217" y="6124321"/>
                  </a:lnTo>
                  <a:lnTo>
                    <a:pt x="6163437" y="6139688"/>
                  </a:lnTo>
                  <a:lnTo>
                    <a:pt x="6144895" y="6154293"/>
                  </a:lnTo>
                  <a:lnTo>
                    <a:pt x="6125591" y="6168009"/>
                  </a:lnTo>
                  <a:lnTo>
                    <a:pt x="6105652" y="6180709"/>
                  </a:lnTo>
                  <a:lnTo>
                    <a:pt x="6085078" y="6192520"/>
                  </a:lnTo>
                  <a:lnTo>
                    <a:pt x="6063996" y="6203442"/>
                  </a:lnTo>
                  <a:lnTo>
                    <a:pt x="6042152" y="6213221"/>
                  </a:lnTo>
                  <a:lnTo>
                    <a:pt x="6019927" y="6222111"/>
                  </a:lnTo>
                  <a:lnTo>
                    <a:pt x="5997067" y="6229858"/>
                  </a:lnTo>
                  <a:lnTo>
                    <a:pt x="5973699" y="6236462"/>
                  </a:lnTo>
                  <a:lnTo>
                    <a:pt x="5949950" y="6242050"/>
                  </a:lnTo>
                  <a:lnTo>
                    <a:pt x="5925566" y="6246368"/>
                  </a:lnTo>
                  <a:lnTo>
                    <a:pt x="5901055" y="6249543"/>
                  </a:lnTo>
                  <a:lnTo>
                    <a:pt x="5876163" y="6251448"/>
                  </a:lnTo>
                  <a:lnTo>
                    <a:pt x="5850890" y="625221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35112" y="928792"/>
            <a:ext cx="3549815" cy="6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7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Brain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28091" y="2292858"/>
            <a:ext cx="86516" cy="67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6"/>
              </a:lnSpc>
            </a:pPr>
            <a:r>
              <a:rPr lang="en-US" sz="24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8164" y="2964085"/>
            <a:ext cx="86430" cy="36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4954" y="2964085"/>
            <a:ext cx="86430" cy="36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78419" y="1958404"/>
            <a:ext cx="9858518" cy="461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“brain” of an AI agent is its reasoning and decision-making engine — typically a Large Language Model (LLM) or other machine learning model.</a:t>
            </a:r>
          </a:p>
          <a:p>
            <a:pPr algn="l">
              <a:lnSpc>
                <a:spcPts val="3311"/>
              </a:lnSpc>
            </a:pP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“brain” helps with: 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Understanding the request (“Is the customer asking for price or support?”). 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Plans steps to achieve a goal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Making decisions (Which response or workflow should I follow?). 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Orchestrates memory and tools.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Creating text or answers.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2278" y="261366"/>
            <a:ext cx="8243316" cy="6435852"/>
          </a:xfrm>
          <a:custGeom>
            <a:avLst/>
            <a:gdLst/>
            <a:ahLst/>
            <a:cxnLst/>
            <a:rect r="r" b="b" t="t" l="l"/>
            <a:pathLst>
              <a:path h="6435852" w="8243316">
                <a:moveTo>
                  <a:pt x="0" y="0"/>
                </a:moveTo>
                <a:lnTo>
                  <a:pt x="8243316" y="0"/>
                </a:lnTo>
                <a:lnTo>
                  <a:pt x="8243316" y="6435852"/>
                </a:lnTo>
                <a:lnTo>
                  <a:pt x="0" y="643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88" t="-16765" r="0" b="-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7728" y="6435852"/>
            <a:ext cx="7510272" cy="3851148"/>
          </a:xfrm>
          <a:custGeom>
            <a:avLst/>
            <a:gdLst/>
            <a:ahLst/>
            <a:cxnLst/>
            <a:rect r="r" b="b" t="t" l="l"/>
            <a:pathLst>
              <a:path h="3851148" w="7510272">
                <a:moveTo>
                  <a:pt x="0" y="0"/>
                </a:moveTo>
                <a:lnTo>
                  <a:pt x="7510272" y="0"/>
                </a:lnTo>
                <a:lnTo>
                  <a:pt x="7510272" y="3851148"/>
                </a:lnTo>
                <a:lnTo>
                  <a:pt x="0" y="385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211" b="-1473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13397" y="7061197"/>
            <a:ext cx="12674603" cy="2197103"/>
          </a:xfrm>
          <a:custGeom>
            <a:avLst/>
            <a:gdLst/>
            <a:ahLst/>
            <a:cxnLst/>
            <a:rect r="r" b="b" t="t" l="l"/>
            <a:pathLst>
              <a:path h="2197103" w="12674603">
                <a:moveTo>
                  <a:pt x="0" y="0"/>
                </a:moveTo>
                <a:lnTo>
                  <a:pt x="12674603" y="0"/>
                </a:lnTo>
                <a:lnTo>
                  <a:pt x="12674603" y="2197103"/>
                </a:lnTo>
                <a:lnTo>
                  <a:pt x="0" y="2197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297070"/>
            <a:ext cx="6014352" cy="5989920"/>
            <a:chOff x="0" y="0"/>
            <a:chExt cx="8019136" cy="7986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9161" cy="7986522"/>
            </a:xfrm>
            <a:custGeom>
              <a:avLst/>
              <a:gdLst/>
              <a:ahLst/>
              <a:cxnLst/>
              <a:rect r="r" b="b" t="t" l="l"/>
              <a:pathLst>
                <a:path h="7986522" w="8019161">
                  <a:moveTo>
                    <a:pt x="0" y="0"/>
                  </a:moveTo>
                  <a:lnTo>
                    <a:pt x="0" y="7986522"/>
                  </a:lnTo>
                  <a:lnTo>
                    <a:pt x="8019161" y="7986522"/>
                  </a:lnTo>
                  <a:lnTo>
                    <a:pt x="801916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266" t="-79354" r="-79027" b="-15128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91952" y="0"/>
            <a:ext cx="4496048" cy="6178582"/>
            <a:chOff x="0" y="0"/>
            <a:chExt cx="5994730" cy="8238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94781" cy="8238109"/>
            </a:xfrm>
            <a:custGeom>
              <a:avLst/>
              <a:gdLst/>
              <a:ahLst/>
              <a:cxnLst/>
              <a:rect r="r" b="b" t="t" l="l"/>
              <a:pathLst>
                <a:path h="8238109" w="5994781">
                  <a:moveTo>
                    <a:pt x="0" y="0"/>
                  </a:moveTo>
                  <a:lnTo>
                    <a:pt x="0" y="8238109"/>
                  </a:lnTo>
                  <a:lnTo>
                    <a:pt x="5994781" y="8238109"/>
                  </a:lnTo>
                  <a:lnTo>
                    <a:pt x="5994781" y="0"/>
                  </a:lnTo>
                  <a:close/>
                </a:path>
              </a:pathLst>
            </a:custGeom>
            <a:blipFill>
              <a:blip r:embed="rId5"/>
              <a:stretch>
                <a:fillRect l="-105721" t="-143612" r="-234770" b="-7692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1574" y="3580638"/>
            <a:ext cx="6323076" cy="6233160"/>
            <a:chOff x="0" y="0"/>
            <a:chExt cx="8430768" cy="831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30768" cy="8310880"/>
            </a:xfrm>
            <a:custGeom>
              <a:avLst/>
              <a:gdLst/>
              <a:ahLst/>
              <a:cxnLst/>
              <a:rect r="r" b="b" t="t" l="l"/>
              <a:pathLst>
                <a:path h="8310880" w="8430768">
                  <a:moveTo>
                    <a:pt x="642239" y="0"/>
                  </a:moveTo>
                  <a:cubicBezTo>
                    <a:pt x="471932" y="127"/>
                    <a:pt x="308737" y="67818"/>
                    <a:pt x="188214" y="188341"/>
                  </a:cubicBezTo>
                  <a:cubicBezTo>
                    <a:pt x="67691" y="308864"/>
                    <a:pt x="0" y="472313"/>
                    <a:pt x="0" y="642747"/>
                  </a:cubicBezTo>
                  <a:lnTo>
                    <a:pt x="0" y="7668133"/>
                  </a:lnTo>
                  <a:cubicBezTo>
                    <a:pt x="0" y="8023098"/>
                    <a:pt x="287782" y="8310880"/>
                    <a:pt x="642747" y="8310880"/>
                  </a:cubicBezTo>
                  <a:lnTo>
                    <a:pt x="7788021" y="8310880"/>
                  </a:lnTo>
                  <a:cubicBezTo>
                    <a:pt x="8143113" y="8310880"/>
                    <a:pt x="8430768" y="8023098"/>
                    <a:pt x="8430768" y="7668133"/>
                  </a:cubicBezTo>
                  <a:lnTo>
                    <a:pt x="8430768" y="642747"/>
                  </a:lnTo>
                  <a:cubicBezTo>
                    <a:pt x="8430768" y="472186"/>
                    <a:pt x="8363077" y="308864"/>
                    <a:pt x="8242427" y="188214"/>
                  </a:cubicBezTo>
                  <a:cubicBezTo>
                    <a:pt x="8121777" y="67564"/>
                    <a:pt x="7958836" y="127"/>
                    <a:pt x="7788529" y="0"/>
                  </a:cubicBezTo>
                  <a:close/>
                </a:path>
              </a:pathLst>
            </a:custGeom>
            <a:blipFill>
              <a:blip r:embed="rId6"/>
              <a:stretch>
                <a:fillRect l="-27460" t="0" r="-2746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2049" y="3571113"/>
            <a:ext cx="6342126" cy="6252210"/>
            <a:chOff x="0" y="0"/>
            <a:chExt cx="6342126" cy="6252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2126" cy="6252210"/>
            </a:xfrm>
            <a:custGeom>
              <a:avLst/>
              <a:gdLst/>
              <a:ahLst/>
              <a:cxnLst/>
              <a:rect r="r" b="b" t="t" l="l"/>
              <a:pathLst>
                <a:path h="6252210" w="6342126">
                  <a:moveTo>
                    <a:pt x="5850382" y="6233160"/>
                  </a:moveTo>
                  <a:lnTo>
                    <a:pt x="5874639" y="6232525"/>
                  </a:lnTo>
                  <a:lnTo>
                    <a:pt x="5898642" y="6230747"/>
                  </a:lnTo>
                  <a:lnTo>
                    <a:pt x="5922264" y="6227699"/>
                  </a:lnTo>
                  <a:lnTo>
                    <a:pt x="5945632" y="6223635"/>
                  </a:lnTo>
                  <a:lnTo>
                    <a:pt x="5968492" y="6218301"/>
                  </a:lnTo>
                  <a:lnTo>
                    <a:pt x="5990971" y="6211951"/>
                  </a:lnTo>
                  <a:lnTo>
                    <a:pt x="6012815" y="6204585"/>
                  </a:lnTo>
                  <a:lnTo>
                    <a:pt x="6034405" y="6196076"/>
                  </a:lnTo>
                  <a:lnTo>
                    <a:pt x="6055233" y="6186678"/>
                  </a:lnTo>
                  <a:lnTo>
                    <a:pt x="6075680" y="6176264"/>
                  </a:lnTo>
                  <a:lnTo>
                    <a:pt x="6095492" y="6164834"/>
                  </a:lnTo>
                  <a:lnTo>
                    <a:pt x="6114542" y="6152642"/>
                  </a:lnTo>
                  <a:lnTo>
                    <a:pt x="6133211" y="6139434"/>
                  </a:lnTo>
                  <a:lnTo>
                    <a:pt x="6150991" y="6125464"/>
                  </a:lnTo>
                  <a:lnTo>
                    <a:pt x="6168136" y="6110605"/>
                  </a:lnTo>
                  <a:lnTo>
                    <a:pt x="6184519" y="6094984"/>
                  </a:lnTo>
                  <a:lnTo>
                    <a:pt x="6200267" y="6078601"/>
                  </a:lnTo>
                  <a:lnTo>
                    <a:pt x="6215126" y="6061456"/>
                  </a:lnTo>
                  <a:lnTo>
                    <a:pt x="6229096" y="6043549"/>
                  </a:lnTo>
                  <a:lnTo>
                    <a:pt x="6242304" y="6025134"/>
                  </a:lnTo>
                  <a:lnTo>
                    <a:pt x="6254623" y="6005957"/>
                  </a:lnTo>
                  <a:lnTo>
                    <a:pt x="6265926" y="5986145"/>
                  </a:lnTo>
                  <a:lnTo>
                    <a:pt x="6276340" y="5965825"/>
                  </a:lnTo>
                  <a:lnTo>
                    <a:pt x="6285865" y="5944870"/>
                  </a:lnTo>
                  <a:lnTo>
                    <a:pt x="6294374" y="5923407"/>
                  </a:lnTo>
                  <a:lnTo>
                    <a:pt x="6301867" y="5901436"/>
                  </a:lnTo>
                  <a:lnTo>
                    <a:pt x="6308217" y="5879084"/>
                  </a:lnTo>
                  <a:lnTo>
                    <a:pt x="6313424" y="5856224"/>
                  </a:lnTo>
                  <a:lnTo>
                    <a:pt x="6317615" y="5832983"/>
                  </a:lnTo>
                  <a:lnTo>
                    <a:pt x="6320663" y="5809234"/>
                  </a:lnTo>
                  <a:lnTo>
                    <a:pt x="6322441" y="5785231"/>
                  </a:lnTo>
                  <a:lnTo>
                    <a:pt x="6323076" y="5760720"/>
                  </a:lnTo>
                  <a:lnTo>
                    <a:pt x="6323076" y="491871"/>
                  </a:lnTo>
                  <a:lnTo>
                    <a:pt x="6322568" y="468503"/>
                  </a:lnTo>
                  <a:lnTo>
                    <a:pt x="6320790" y="445262"/>
                  </a:lnTo>
                  <a:lnTo>
                    <a:pt x="6317996" y="422148"/>
                  </a:lnTo>
                  <a:lnTo>
                    <a:pt x="6313932" y="399288"/>
                  </a:lnTo>
                  <a:lnTo>
                    <a:pt x="6308852" y="376682"/>
                  </a:lnTo>
                  <a:lnTo>
                    <a:pt x="6302629" y="354457"/>
                  </a:lnTo>
                  <a:lnTo>
                    <a:pt x="6295517" y="332486"/>
                  </a:lnTo>
                  <a:lnTo>
                    <a:pt x="6287262" y="311023"/>
                  </a:lnTo>
                  <a:lnTo>
                    <a:pt x="6277864" y="289941"/>
                  </a:lnTo>
                  <a:lnTo>
                    <a:pt x="6267577" y="269367"/>
                  </a:lnTo>
                  <a:lnTo>
                    <a:pt x="6256147" y="249174"/>
                  </a:lnTo>
                  <a:lnTo>
                    <a:pt x="6243828" y="229743"/>
                  </a:lnTo>
                  <a:lnTo>
                    <a:pt x="6230493" y="210693"/>
                  </a:lnTo>
                  <a:lnTo>
                    <a:pt x="6216269" y="192278"/>
                  </a:lnTo>
                  <a:lnTo>
                    <a:pt x="6201029" y="174625"/>
                  </a:lnTo>
                  <a:lnTo>
                    <a:pt x="6184900" y="157734"/>
                  </a:lnTo>
                  <a:lnTo>
                    <a:pt x="6167882" y="141478"/>
                  </a:lnTo>
                  <a:lnTo>
                    <a:pt x="6150229" y="126238"/>
                  </a:lnTo>
                  <a:lnTo>
                    <a:pt x="6131814" y="112014"/>
                  </a:lnTo>
                  <a:lnTo>
                    <a:pt x="6112891" y="98679"/>
                  </a:lnTo>
                  <a:lnTo>
                    <a:pt x="6093333" y="86233"/>
                  </a:lnTo>
                  <a:lnTo>
                    <a:pt x="6073394" y="74930"/>
                  </a:lnTo>
                  <a:lnTo>
                    <a:pt x="6052693" y="64516"/>
                  </a:lnTo>
                  <a:lnTo>
                    <a:pt x="6031611" y="55118"/>
                  </a:lnTo>
                  <a:lnTo>
                    <a:pt x="6010148" y="46863"/>
                  </a:lnTo>
                  <a:lnTo>
                    <a:pt x="5988304" y="39624"/>
                  </a:lnTo>
                  <a:lnTo>
                    <a:pt x="5965952" y="33401"/>
                  </a:lnTo>
                  <a:lnTo>
                    <a:pt x="5943473" y="28194"/>
                  </a:lnTo>
                  <a:lnTo>
                    <a:pt x="5920613" y="24257"/>
                  </a:lnTo>
                  <a:lnTo>
                    <a:pt x="5897499" y="21463"/>
                  </a:lnTo>
                  <a:lnTo>
                    <a:pt x="5874258" y="19558"/>
                  </a:lnTo>
                  <a:lnTo>
                    <a:pt x="5850636" y="19050"/>
                  </a:lnTo>
                  <a:lnTo>
                    <a:pt x="491871" y="19050"/>
                  </a:lnTo>
                  <a:lnTo>
                    <a:pt x="468503" y="19558"/>
                  </a:lnTo>
                  <a:lnTo>
                    <a:pt x="445262" y="21336"/>
                  </a:lnTo>
                  <a:lnTo>
                    <a:pt x="422148" y="24257"/>
                  </a:lnTo>
                  <a:lnTo>
                    <a:pt x="399288" y="28194"/>
                  </a:lnTo>
                  <a:lnTo>
                    <a:pt x="376809" y="33274"/>
                  </a:lnTo>
                  <a:lnTo>
                    <a:pt x="354584" y="39370"/>
                  </a:lnTo>
                  <a:lnTo>
                    <a:pt x="332740" y="46736"/>
                  </a:lnTo>
                  <a:lnTo>
                    <a:pt x="311277" y="54991"/>
                  </a:lnTo>
                  <a:lnTo>
                    <a:pt x="290195" y="64389"/>
                  </a:lnTo>
                  <a:lnTo>
                    <a:pt x="269621" y="74676"/>
                  </a:lnTo>
                  <a:lnTo>
                    <a:pt x="249555" y="86106"/>
                  </a:lnTo>
                  <a:lnTo>
                    <a:pt x="229997" y="98425"/>
                  </a:lnTo>
                  <a:lnTo>
                    <a:pt x="210693" y="111760"/>
                  </a:lnTo>
                  <a:lnTo>
                    <a:pt x="192278" y="125984"/>
                  </a:lnTo>
                  <a:lnTo>
                    <a:pt x="174625" y="141224"/>
                  </a:lnTo>
                  <a:lnTo>
                    <a:pt x="157607" y="157353"/>
                  </a:lnTo>
                  <a:lnTo>
                    <a:pt x="141478" y="174371"/>
                  </a:lnTo>
                  <a:lnTo>
                    <a:pt x="126238" y="192024"/>
                  </a:lnTo>
                  <a:lnTo>
                    <a:pt x="111887" y="210312"/>
                  </a:lnTo>
                  <a:lnTo>
                    <a:pt x="98552" y="229362"/>
                  </a:lnTo>
                  <a:lnTo>
                    <a:pt x="86233" y="248793"/>
                  </a:lnTo>
                  <a:lnTo>
                    <a:pt x="74803" y="268859"/>
                  </a:lnTo>
                  <a:lnTo>
                    <a:pt x="64389" y="289560"/>
                  </a:lnTo>
                  <a:lnTo>
                    <a:pt x="54991" y="310642"/>
                  </a:lnTo>
                  <a:lnTo>
                    <a:pt x="46609" y="332105"/>
                  </a:lnTo>
                  <a:lnTo>
                    <a:pt x="39370" y="354076"/>
                  </a:lnTo>
                  <a:lnTo>
                    <a:pt x="33147" y="376301"/>
                  </a:lnTo>
                  <a:lnTo>
                    <a:pt x="28067" y="398780"/>
                  </a:lnTo>
                  <a:lnTo>
                    <a:pt x="24130" y="421640"/>
                  </a:lnTo>
                  <a:lnTo>
                    <a:pt x="21209" y="444754"/>
                  </a:lnTo>
                  <a:lnTo>
                    <a:pt x="19431" y="467995"/>
                  </a:lnTo>
                  <a:lnTo>
                    <a:pt x="18796" y="491617"/>
                  </a:lnTo>
                  <a:lnTo>
                    <a:pt x="18796" y="5760339"/>
                  </a:lnTo>
                  <a:lnTo>
                    <a:pt x="19304" y="5784596"/>
                  </a:lnTo>
                  <a:lnTo>
                    <a:pt x="21209" y="5808599"/>
                  </a:lnTo>
                  <a:lnTo>
                    <a:pt x="24130" y="5832221"/>
                  </a:lnTo>
                  <a:lnTo>
                    <a:pt x="28321" y="5855589"/>
                  </a:lnTo>
                  <a:lnTo>
                    <a:pt x="33528" y="5878449"/>
                  </a:lnTo>
                  <a:lnTo>
                    <a:pt x="39878" y="5900801"/>
                  </a:lnTo>
                  <a:lnTo>
                    <a:pt x="47371" y="5922772"/>
                  </a:lnTo>
                  <a:lnTo>
                    <a:pt x="55880" y="5944235"/>
                  </a:lnTo>
                  <a:lnTo>
                    <a:pt x="65278" y="5965190"/>
                  </a:lnTo>
                  <a:lnTo>
                    <a:pt x="75692" y="5985510"/>
                  </a:lnTo>
                  <a:lnTo>
                    <a:pt x="87122" y="6005322"/>
                  </a:lnTo>
                  <a:lnTo>
                    <a:pt x="99314" y="6024499"/>
                  </a:lnTo>
                  <a:lnTo>
                    <a:pt x="112395" y="6043041"/>
                  </a:lnTo>
                  <a:lnTo>
                    <a:pt x="126492" y="6060948"/>
                  </a:lnTo>
                  <a:lnTo>
                    <a:pt x="141351" y="6078093"/>
                  </a:lnTo>
                  <a:lnTo>
                    <a:pt x="156845" y="6094476"/>
                  </a:lnTo>
                  <a:lnTo>
                    <a:pt x="173228" y="6110097"/>
                  </a:lnTo>
                  <a:lnTo>
                    <a:pt x="190373" y="6124956"/>
                  </a:lnTo>
                  <a:lnTo>
                    <a:pt x="208280" y="6138926"/>
                  </a:lnTo>
                  <a:lnTo>
                    <a:pt x="226695" y="6152134"/>
                  </a:lnTo>
                  <a:lnTo>
                    <a:pt x="245999" y="6164453"/>
                  </a:lnTo>
                  <a:lnTo>
                    <a:pt x="265811" y="6175883"/>
                  </a:lnTo>
                  <a:lnTo>
                    <a:pt x="286131" y="6186297"/>
                  </a:lnTo>
                  <a:lnTo>
                    <a:pt x="307086" y="6195695"/>
                  </a:lnTo>
                  <a:lnTo>
                    <a:pt x="328549" y="6204204"/>
                  </a:lnTo>
                  <a:lnTo>
                    <a:pt x="350520" y="6211570"/>
                  </a:lnTo>
                  <a:lnTo>
                    <a:pt x="372872" y="6218047"/>
                  </a:lnTo>
                  <a:lnTo>
                    <a:pt x="395732" y="6223254"/>
                  </a:lnTo>
                  <a:lnTo>
                    <a:pt x="418973" y="6227445"/>
                  </a:lnTo>
                  <a:lnTo>
                    <a:pt x="442722" y="6230493"/>
                  </a:lnTo>
                  <a:lnTo>
                    <a:pt x="466725" y="6232271"/>
                  </a:lnTo>
                  <a:lnTo>
                    <a:pt x="491236" y="6232906"/>
                  </a:lnTo>
                  <a:close/>
                  <a:moveTo>
                    <a:pt x="491617" y="6252210"/>
                  </a:moveTo>
                  <a:lnTo>
                    <a:pt x="466598" y="6251575"/>
                  </a:lnTo>
                  <a:lnTo>
                    <a:pt x="441706" y="6249797"/>
                  </a:lnTo>
                  <a:lnTo>
                    <a:pt x="417068" y="6246749"/>
                  </a:lnTo>
                  <a:lnTo>
                    <a:pt x="392811" y="6242431"/>
                  </a:lnTo>
                  <a:lnTo>
                    <a:pt x="369062" y="6236970"/>
                  </a:lnTo>
                  <a:lnTo>
                    <a:pt x="345694" y="6230239"/>
                  </a:lnTo>
                  <a:lnTo>
                    <a:pt x="322961" y="6222619"/>
                  </a:lnTo>
                  <a:lnTo>
                    <a:pt x="300609" y="6213729"/>
                  </a:lnTo>
                  <a:lnTo>
                    <a:pt x="278892" y="6203950"/>
                  </a:lnTo>
                  <a:lnTo>
                    <a:pt x="257683" y="6193028"/>
                  </a:lnTo>
                  <a:lnTo>
                    <a:pt x="237109" y="6181217"/>
                  </a:lnTo>
                  <a:lnTo>
                    <a:pt x="217170" y="6168517"/>
                  </a:lnTo>
                  <a:lnTo>
                    <a:pt x="197866" y="6154674"/>
                  </a:lnTo>
                  <a:lnTo>
                    <a:pt x="179324" y="6140196"/>
                  </a:lnTo>
                  <a:lnTo>
                    <a:pt x="161417" y="6124702"/>
                  </a:lnTo>
                  <a:lnTo>
                    <a:pt x="144272" y="6108446"/>
                  </a:lnTo>
                  <a:lnTo>
                    <a:pt x="128016" y="6091301"/>
                  </a:lnTo>
                  <a:lnTo>
                    <a:pt x="112522" y="6073394"/>
                  </a:lnTo>
                  <a:lnTo>
                    <a:pt x="97917" y="6054852"/>
                  </a:lnTo>
                  <a:lnTo>
                    <a:pt x="84201" y="6035548"/>
                  </a:lnTo>
                  <a:lnTo>
                    <a:pt x="71501" y="6015482"/>
                  </a:lnTo>
                  <a:lnTo>
                    <a:pt x="59690" y="5994908"/>
                  </a:lnTo>
                  <a:lnTo>
                    <a:pt x="48768" y="5973699"/>
                  </a:lnTo>
                  <a:lnTo>
                    <a:pt x="38989" y="5951982"/>
                  </a:lnTo>
                  <a:lnTo>
                    <a:pt x="30099" y="5929630"/>
                  </a:lnTo>
                  <a:lnTo>
                    <a:pt x="22352" y="5906770"/>
                  </a:lnTo>
                  <a:lnTo>
                    <a:pt x="15748" y="5883402"/>
                  </a:lnTo>
                  <a:lnTo>
                    <a:pt x="10287" y="5859653"/>
                  </a:lnTo>
                  <a:lnTo>
                    <a:pt x="5969" y="5835396"/>
                  </a:lnTo>
                  <a:lnTo>
                    <a:pt x="2794" y="5810758"/>
                  </a:lnTo>
                  <a:lnTo>
                    <a:pt x="889" y="5785866"/>
                  </a:lnTo>
                  <a:lnTo>
                    <a:pt x="0" y="5760847"/>
                  </a:lnTo>
                  <a:lnTo>
                    <a:pt x="0" y="491617"/>
                  </a:lnTo>
                  <a:lnTo>
                    <a:pt x="635" y="467487"/>
                  </a:lnTo>
                  <a:lnTo>
                    <a:pt x="2413" y="443357"/>
                  </a:lnTo>
                  <a:lnTo>
                    <a:pt x="5461" y="419227"/>
                  </a:lnTo>
                  <a:lnTo>
                    <a:pt x="9525" y="395605"/>
                  </a:lnTo>
                  <a:lnTo>
                    <a:pt x="14859" y="371983"/>
                  </a:lnTo>
                  <a:lnTo>
                    <a:pt x="21209" y="348869"/>
                  </a:lnTo>
                  <a:lnTo>
                    <a:pt x="28829" y="326136"/>
                  </a:lnTo>
                  <a:lnTo>
                    <a:pt x="37465" y="303784"/>
                  </a:lnTo>
                  <a:lnTo>
                    <a:pt x="47117" y="281813"/>
                  </a:lnTo>
                  <a:lnTo>
                    <a:pt x="57912" y="260350"/>
                  </a:lnTo>
                  <a:lnTo>
                    <a:pt x="69723" y="239395"/>
                  </a:lnTo>
                  <a:lnTo>
                    <a:pt x="82550" y="219075"/>
                  </a:lnTo>
                  <a:lnTo>
                    <a:pt x="96393" y="199390"/>
                  </a:lnTo>
                  <a:lnTo>
                    <a:pt x="111252" y="180213"/>
                  </a:lnTo>
                  <a:lnTo>
                    <a:pt x="127127" y="161925"/>
                  </a:lnTo>
                  <a:lnTo>
                    <a:pt x="143891" y="144272"/>
                  </a:lnTo>
                  <a:lnTo>
                    <a:pt x="161544" y="127381"/>
                  </a:lnTo>
                  <a:lnTo>
                    <a:pt x="179832" y="111506"/>
                  </a:lnTo>
                  <a:lnTo>
                    <a:pt x="199009" y="96647"/>
                  </a:lnTo>
                  <a:lnTo>
                    <a:pt x="218694" y="82804"/>
                  </a:lnTo>
                  <a:lnTo>
                    <a:pt x="239014" y="69977"/>
                  </a:lnTo>
                  <a:lnTo>
                    <a:pt x="259842" y="58166"/>
                  </a:lnTo>
                  <a:lnTo>
                    <a:pt x="281305" y="47244"/>
                  </a:lnTo>
                  <a:lnTo>
                    <a:pt x="303276" y="37592"/>
                  </a:lnTo>
                  <a:lnTo>
                    <a:pt x="325628" y="28956"/>
                  </a:lnTo>
                  <a:lnTo>
                    <a:pt x="348361" y="21336"/>
                  </a:lnTo>
                  <a:lnTo>
                    <a:pt x="371602" y="14859"/>
                  </a:lnTo>
                  <a:lnTo>
                    <a:pt x="394970" y="9525"/>
                  </a:lnTo>
                  <a:lnTo>
                    <a:pt x="418846" y="5461"/>
                  </a:lnTo>
                  <a:lnTo>
                    <a:pt x="442722" y="2413"/>
                  </a:lnTo>
                  <a:lnTo>
                    <a:pt x="466852" y="635"/>
                  </a:lnTo>
                  <a:lnTo>
                    <a:pt x="491363" y="0"/>
                  </a:lnTo>
                  <a:lnTo>
                    <a:pt x="5850636" y="0"/>
                  </a:lnTo>
                  <a:lnTo>
                    <a:pt x="5874766" y="635"/>
                  </a:lnTo>
                  <a:lnTo>
                    <a:pt x="5899023" y="2413"/>
                  </a:lnTo>
                  <a:lnTo>
                    <a:pt x="5923026" y="5461"/>
                  </a:lnTo>
                  <a:lnTo>
                    <a:pt x="5946775" y="9525"/>
                  </a:lnTo>
                  <a:lnTo>
                    <a:pt x="5970143" y="14859"/>
                  </a:lnTo>
                  <a:lnTo>
                    <a:pt x="5993384" y="21209"/>
                  </a:lnTo>
                  <a:lnTo>
                    <a:pt x="6016117" y="28829"/>
                  </a:lnTo>
                  <a:lnTo>
                    <a:pt x="6038469" y="37465"/>
                  </a:lnTo>
                  <a:lnTo>
                    <a:pt x="6060440" y="47117"/>
                  </a:lnTo>
                  <a:lnTo>
                    <a:pt x="6081903" y="57912"/>
                  </a:lnTo>
                  <a:lnTo>
                    <a:pt x="6102858" y="69723"/>
                  </a:lnTo>
                  <a:lnTo>
                    <a:pt x="6123051" y="82550"/>
                  </a:lnTo>
                  <a:lnTo>
                    <a:pt x="6142863" y="96393"/>
                  </a:lnTo>
                  <a:lnTo>
                    <a:pt x="6161913" y="111252"/>
                  </a:lnTo>
                  <a:lnTo>
                    <a:pt x="6180328" y="127127"/>
                  </a:lnTo>
                  <a:lnTo>
                    <a:pt x="6197981" y="143891"/>
                  </a:lnTo>
                  <a:lnTo>
                    <a:pt x="6214872" y="161544"/>
                  </a:lnTo>
                  <a:lnTo>
                    <a:pt x="6230620" y="179959"/>
                  </a:lnTo>
                  <a:lnTo>
                    <a:pt x="6245479" y="199009"/>
                  </a:lnTo>
                  <a:lnTo>
                    <a:pt x="6259449" y="218694"/>
                  </a:lnTo>
                  <a:lnTo>
                    <a:pt x="6272276" y="239014"/>
                  </a:lnTo>
                  <a:lnTo>
                    <a:pt x="6284087" y="259842"/>
                  </a:lnTo>
                  <a:lnTo>
                    <a:pt x="6294882" y="281432"/>
                  </a:lnTo>
                  <a:lnTo>
                    <a:pt x="6304661" y="303276"/>
                  </a:lnTo>
                  <a:lnTo>
                    <a:pt x="6313297" y="325628"/>
                  </a:lnTo>
                  <a:lnTo>
                    <a:pt x="6320790" y="348488"/>
                  </a:lnTo>
                  <a:lnTo>
                    <a:pt x="6327267" y="371602"/>
                  </a:lnTo>
                  <a:lnTo>
                    <a:pt x="6332601" y="395097"/>
                  </a:lnTo>
                  <a:lnTo>
                    <a:pt x="6336792" y="418719"/>
                  </a:lnTo>
                  <a:lnTo>
                    <a:pt x="6339713" y="442849"/>
                  </a:lnTo>
                  <a:lnTo>
                    <a:pt x="6341491" y="467106"/>
                  </a:lnTo>
                  <a:lnTo>
                    <a:pt x="6342126" y="491490"/>
                  </a:lnTo>
                  <a:lnTo>
                    <a:pt x="6342126" y="5760593"/>
                  </a:lnTo>
                  <a:lnTo>
                    <a:pt x="6341491" y="5785612"/>
                  </a:lnTo>
                  <a:lnTo>
                    <a:pt x="6339586" y="5810504"/>
                  </a:lnTo>
                  <a:lnTo>
                    <a:pt x="6336538" y="5835142"/>
                  </a:lnTo>
                  <a:lnTo>
                    <a:pt x="6332220" y="5859399"/>
                  </a:lnTo>
                  <a:lnTo>
                    <a:pt x="6326759" y="5883148"/>
                  </a:lnTo>
                  <a:lnTo>
                    <a:pt x="6320155" y="5906516"/>
                  </a:lnTo>
                  <a:lnTo>
                    <a:pt x="6312408" y="5929376"/>
                  </a:lnTo>
                  <a:lnTo>
                    <a:pt x="6303518" y="5951728"/>
                  </a:lnTo>
                  <a:lnTo>
                    <a:pt x="6293739" y="5973445"/>
                  </a:lnTo>
                  <a:lnTo>
                    <a:pt x="6282817" y="5994654"/>
                  </a:lnTo>
                  <a:lnTo>
                    <a:pt x="6271133" y="6015228"/>
                  </a:lnTo>
                  <a:lnTo>
                    <a:pt x="6258306" y="6035294"/>
                  </a:lnTo>
                  <a:lnTo>
                    <a:pt x="6244590" y="6054471"/>
                  </a:lnTo>
                  <a:lnTo>
                    <a:pt x="6230112" y="6073013"/>
                  </a:lnTo>
                  <a:lnTo>
                    <a:pt x="6214618" y="6090920"/>
                  </a:lnTo>
                  <a:lnTo>
                    <a:pt x="6198362" y="6108065"/>
                  </a:lnTo>
                  <a:lnTo>
                    <a:pt x="6181217" y="6124321"/>
                  </a:lnTo>
                  <a:lnTo>
                    <a:pt x="6163437" y="6139688"/>
                  </a:lnTo>
                  <a:lnTo>
                    <a:pt x="6144895" y="6154293"/>
                  </a:lnTo>
                  <a:lnTo>
                    <a:pt x="6125591" y="6168009"/>
                  </a:lnTo>
                  <a:lnTo>
                    <a:pt x="6105652" y="6180709"/>
                  </a:lnTo>
                  <a:lnTo>
                    <a:pt x="6085078" y="6192520"/>
                  </a:lnTo>
                  <a:lnTo>
                    <a:pt x="6063996" y="6203442"/>
                  </a:lnTo>
                  <a:lnTo>
                    <a:pt x="6042152" y="6213221"/>
                  </a:lnTo>
                  <a:lnTo>
                    <a:pt x="6019927" y="6222111"/>
                  </a:lnTo>
                  <a:lnTo>
                    <a:pt x="5997067" y="6229858"/>
                  </a:lnTo>
                  <a:lnTo>
                    <a:pt x="5973699" y="6236462"/>
                  </a:lnTo>
                  <a:lnTo>
                    <a:pt x="5949950" y="6242050"/>
                  </a:lnTo>
                  <a:lnTo>
                    <a:pt x="5925566" y="6246368"/>
                  </a:lnTo>
                  <a:lnTo>
                    <a:pt x="5901055" y="6249543"/>
                  </a:lnTo>
                  <a:lnTo>
                    <a:pt x="5876163" y="6251448"/>
                  </a:lnTo>
                  <a:lnTo>
                    <a:pt x="5850890" y="625221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156780" y="941160"/>
            <a:ext cx="9348492" cy="53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b="true" sz="600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Memory &amp; Knowledge 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5030" y="2584980"/>
            <a:ext cx="77410" cy="68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6780" y="1908807"/>
            <a:ext cx="10706308" cy="55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agent is smarter if it can remember past conversations or look up information.</a:t>
            </a: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stores information about previous steps or messages in a </a:t>
            </a: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conversation, so the AI can refer back to them later.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540"/>
              </a:lnSpc>
            </a:pPr>
            <a:r>
              <a:rPr lang="en-US" b="true" sz="2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Short-term memory: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Keeps track of the ongoing conversation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Short-term memory = data that exists only while the workflow is running.</a:t>
            </a:r>
          </a:p>
          <a:p>
            <a:pPr algn="l" marL="1187798" indent="-395933" lvl="2">
              <a:lnSpc>
                <a:spcPts val="3300"/>
              </a:lnSpc>
              <a:buFont typeface="Arial"/>
              <a:buChar char="⚬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in node outputs</a:t>
            </a:r>
          </a:p>
          <a:p>
            <a:pPr algn="l" marL="1187798" indent="-395933" lvl="2">
              <a:lnSpc>
                <a:spcPts val="3300"/>
              </a:lnSpc>
              <a:buFont typeface="Arial"/>
              <a:buChar char="⚬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in expressions</a:t>
            </a:r>
          </a:p>
          <a:p>
            <a:pPr algn="l" marL="1187798" indent="-395933" lvl="2">
              <a:lnSpc>
                <a:spcPts val="3300"/>
              </a:lnSpc>
              <a:buFont typeface="Arial"/>
              <a:buChar char="⚬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Lost after the workflow finishes</a:t>
            </a:r>
          </a:p>
          <a:p>
            <a:pPr algn="l">
              <a:lnSpc>
                <a:spcPts val="33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2278" y="261366"/>
            <a:ext cx="8243316" cy="6435852"/>
          </a:xfrm>
          <a:custGeom>
            <a:avLst/>
            <a:gdLst/>
            <a:ahLst/>
            <a:cxnLst/>
            <a:rect r="r" b="b" t="t" l="l"/>
            <a:pathLst>
              <a:path h="6435852" w="8243316">
                <a:moveTo>
                  <a:pt x="0" y="0"/>
                </a:moveTo>
                <a:lnTo>
                  <a:pt x="8243316" y="0"/>
                </a:lnTo>
                <a:lnTo>
                  <a:pt x="8243316" y="6435852"/>
                </a:lnTo>
                <a:lnTo>
                  <a:pt x="0" y="643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88" t="-16765" r="0" b="-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7728" y="6435852"/>
            <a:ext cx="7510272" cy="3851148"/>
          </a:xfrm>
          <a:custGeom>
            <a:avLst/>
            <a:gdLst/>
            <a:ahLst/>
            <a:cxnLst/>
            <a:rect r="r" b="b" t="t" l="l"/>
            <a:pathLst>
              <a:path h="3851148" w="7510272">
                <a:moveTo>
                  <a:pt x="0" y="0"/>
                </a:moveTo>
                <a:lnTo>
                  <a:pt x="7510272" y="0"/>
                </a:lnTo>
                <a:lnTo>
                  <a:pt x="7510272" y="3851148"/>
                </a:lnTo>
                <a:lnTo>
                  <a:pt x="0" y="385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211" b="-1473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6900" y="6870697"/>
            <a:ext cx="12674603" cy="2197103"/>
          </a:xfrm>
          <a:custGeom>
            <a:avLst/>
            <a:gdLst/>
            <a:ahLst/>
            <a:cxnLst/>
            <a:rect r="r" b="b" t="t" l="l"/>
            <a:pathLst>
              <a:path h="2197103" w="12674603">
                <a:moveTo>
                  <a:pt x="0" y="0"/>
                </a:moveTo>
                <a:lnTo>
                  <a:pt x="12674603" y="0"/>
                </a:lnTo>
                <a:lnTo>
                  <a:pt x="12674603" y="2197103"/>
                </a:lnTo>
                <a:lnTo>
                  <a:pt x="0" y="2197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297070"/>
            <a:ext cx="6014352" cy="5989920"/>
            <a:chOff x="0" y="0"/>
            <a:chExt cx="8019136" cy="7986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9161" cy="7986522"/>
            </a:xfrm>
            <a:custGeom>
              <a:avLst/>
              <a:gdLst/>
              <a:ahLst/>
              <a:cxnLst/>
              <a:rect r="r" b="b" t="t" l="l"/>
              <a:pathLst>
                <a:path h="7986522" w="8019161">
                  <a:moveTo>
                    <a:pt x="0" y="0"/>
                  </a:moveTo>
                  <a:lnTo>
                    <a:pt x="0" y="7986522"/>
                  </a:lnTo>
                  <a:lnTo>
                    <a:pt x="8019161" y="7986522"/>
                  </a:lnTo>
                  <a:lnTo>
                    <a:pt x="801916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266" t="-79354" r="-79027" b="-15128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91952" y="0"/>
            <a:ext cx="4496048" cy="6178582"/>
            <a:chOff x="0" y="0"/>
            <a:chExt cx="5994730" cy="8238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94781" cy="8238109"/>
            </a:xfrm>
            <a:custGeom>
              <a:avLst/>
              <a:gdLst/>
              <a:ahLst/>
              <a:cxnLst/>
              <a:rect r="r" b="b" t="t" l="l"/>
              <a:pathLst>
                <a:path h="8238109" w="5994781">
                  <a:moveTo>
                    <a:pt x="0" y="0"/>
                  </a:moveTo>
                  <a:lnTo>
                    <a:pt x="0" y="8238109"/>
                  </a:lnTo>
                  <a:lnTo>
                    <a:pt x="5994781" y="8238109"/>
                  </a:lnTo>
                  <a:lnTo>
                    <a:pt x="5994781" y="0"/>
                  </a:lnTo>
                  <a:close/>
                </a:path>
              </a:pathLst>
            </a:custGeom>
            <a:blipFill>
              <a:blip r:embed="rId5"/>
              <a:stretch>
                <a:fillRect l="-105721" t="-143612" r="-234770" b="-7692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1574" y="3580638"/>
            <a:ext cx="6323076" cy="6233160"/>
            <a:chOff x="0" y="0"/>
            <a:chExt cx="8430768" cy="831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30768" cy="8310880"/>
            </a:xfrm>
            <a:custGeom>
              <a:avLst/>
              <a:gdLst/>
              <a:ahLst/>
              <a:cxnLst/>
              <a:rect r="r" b="b" t="t" l="l"/>
              <a:pathLst>
                <a:path h="8310880" w="8430768">
                  <a:moveTo>
                    <a:pt x="642239" y="0"/>
                  </a:moveTo>
                  <a:cubicBezTo>
                    <a:pt x="471932" y="127"/>
                    <a:pt x="308737" y="67818"/>
                    <a:pt x="188214" y="188341"/>
                  </a:cubicBezTo>
                  <a:cubicBezTo>
                    <a:pt x="67691" y="308864"/>
                    <a:pt x="0" y="472313"/>
                    <a:pt x="0" y="642747"/>
                  </a:cubicBezTo>
                  <a:lnTo>
                    <a:pt x="0" y="7668133"/>
                  </a:lnTo>
                  <a:cubicBezTo>
                    <a:pt x="0" y="8023098"/>
                    <a:pt x="287782" y="8310880"/>
                    <a:pt x="642747" y="8310880"/>
                  </a:cubicBezTo>
                  <a:lnTo>
                    <a:pt x="7788021" y="8310880"/>
                  </a:lnTo>
                  <a:cubicBezTo>
                    <a:pt x="8143113" y="8310880"/>
                    <a:pt x="8430768" y="8023098"/>
                    <a:pt x="8430768" y="7668133"/>
                  </a:cubicBezTo>
                  <a:lnTo>
                    <a:pt x="8430768" y="642747"/>
                  </a:lnTo>
                  <a:cubicBezTo>
                    <a:pt x="8430768" y="472186"/>
                    <a:pt x="8363077" y="308864"/>
                    <a:pt x="8242427" y="188214"/>
                  </a:cubicBezTo>
                  <a:cubicBezTo>
                    <a:pt x="8121777" y="67564"/>
                    <a:pt x="7958836" y="127"/>
                    <a:pt x="7788529" y="0"/>
                  </a:cubicBezTo>
                  <a:close/>
                </a:path>
              </a:pathLst>
            </a:custGeom>
            <a:blipFill>
              <a:blip r:embed="rId6"/>
              <a:stretch>
                <a:fillRect l="-27460" t="0" r="-2746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2049" y="3571113"/>
            <a:ext cx="6342126" cy="6252210"/>
            <a:chOff x="0" y="0"/>
            <a:chExt cx="6342126" cy="6252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2126" cy="6252210"/>
            </a:xfrm>
            <a:custGeom>
              <a:avLst/>
              <a:gdLst/>
              <a:ahLst/>
              <a:cxnLst/>
              <a:rect r="r" b="b" t="t" l="l"/>
              <a:pathLst>
                <a:path h="6252210" w="6342126">
                  <a:moveTo>
                    <a:pt x="5850382" y="6233160"/>
                  </a:moveTo>
                  <a:lnTo>
                    <a:pt x="5874639" y="6232525"/>
                  </a:lnTo>
                  <a:lnTo>
                    <a:pt x="5898642" y="6230747"/>
                  </a:lnTo>
                  <a:lnTo>
                    <a:pt x="5922264" y="6227699"/>
                  </a:lnTo>
                  <a:lnTo>
                    <a:pt x="5945632" y="6223635"/>
                  </a:lnTo>
                  <a:lnTo>
                    <a:pt x="5968492" y="6218301"/>
                  </a:lnTo>
                  <a:lnTo>
                    <a:pt x="5990971" y="6211951"/>
                  </a:lnTo>
                  <a:lnTo>
                    <a:pt x="6012815" y="6204585"/>
                  </a:lnTo>
                  <a:lnTo>
                    <a:pt x="6034405" y="6196076"/>
                  </a:lnTo>
                  <a:lnTo>
                    <a:pt x="6055233" y="6186678"/>
                  </a:lnTo>
                  <a:lnTo>
                    <a:pt x="6075680" y="6176264"/>
                  </a:lnTo>
                  <a:lnTo>
                    <a:pt x="6095492" y="6164834"/>
                  </a:lnTo>
                  <a:lnTo>
                    <a:pt x="6114542" y="6152642"/>
                  </a:lnTo>
                  <a:lnTo>
                    <a:pt x="6133211" y="6139434"/>
                  </a:lnTo>
                  <a:lnTo>
                    <a:pt x="6150991" y="6125464"/>
                  </a:lnTo>
                  <a:lnTo>
                    <a:pt x="6168136" y="6110605"/>
                  </a:lnTo>
                  <a:lnTo>
                    <a:pt x="6184519" y="6094984"/>
                  </a:lnTo>
                  <a:lnTo>
                    <a:pt x="6200267" y="6078601"/>
                  </a:lnTo>
                  <a:lnTo>
                    <a:pt x="6215126" y="6061456"/>
                  </a:lnTo>
                  <a:lnTo>
                    <a:pt x="6229096" y="6043549"/>
                  </a:lnTo>
                  <a:lnTo>
                    <a:pt x="6242304" y="6025134"/>
                  </a:lnTo>
                  <a:lnTo>
                    <a:pt x="6254623" y="6005957"/>
                  </a:lnTo>
                  <a:lnTo>
                    <a:pt x="6265926" y="5986145"/>
                  </a:lnTo>
                  <a:lnTo>
                    <a:pt x="6276340" y="5965825"/>
                  </a:lnTo>
                  <a:lnTo>
                    <a:pt x="6285865" y="5944870"/>
                  </a:lnTo>
                  <a:lnTo>
                    <a:pt x="6294374" y="5923407"/>
                  </a:lnTo>
                  <a:lnTo>
                    <a:pt x="6301867" y="5901436"/>
                  </a:lnTo>
                  <a:lnTo>
                    <a:pt x="6308217" y="5879084"/>
                  </a:lnTo>
                  <a:lnTo>
                    <a:pt x="6313424" y="5856224"/>
                  </a:lnTo>
                  <a:lnTo>
                    <a:pt x="6317615" y="5832983"/>
                  </a:lnTo>
                  <a:lnTo>
                    <a:pt x="6320663" y="5809234"/>
                  </a:lnTo>
                  <a:lnTo>
                    <a:pt x="6322441" y="5785231"/>
                  </a:lnTo>
                  <a:lnTo>
                    <a:pt x="6323076" y="5760720"/>
                  </a:lnTo>
                  <a:lnTo>
                    <a:pt x="6323076" y="491871"/>
                  </a:lnTo>
                  <a:lnTo>
                    <a:pt x="6322568" y="468503"/>
                  </a:lnTo>
                  <a:lnTo>
                    <a:pt x="6320790" y="445262"/>
                  </a:lnTo>
                  <a:lnTo>
                    <a:pt x="6317996" y="422148"/>
                  </a:lnTo>
                  <a:lnTo>
                    <a:pt x="6313932" y="399288"/>
                  </a:lnTo>
                  <a:lnTo>
                    <a:pt x="6308852" y="376682"/>
                  </a:lnTo>
                  <a:lnTo>
                    <a:pt x="6302629" y="354457"/>
                  </a:lnTo>
                  <a:lnTo>
                    <a:pt x="6295517" y="332486"/>
                  </a:lnTo>
                  <a:lnTo>
                    <a:pt x="6287262" y="311023"/>
                  </a:lnTo>
                  <a:lnTo>
                    <a:pt x="6277864" y="289941"/>
                  </a:lnTo>
                  <a:lnTo>
                    <a:pt x="6267577" y="269367"/>
                  </a:lnTo>
                  <a:lnTo>
                    <a:pt x="6256147" y="249174"/>
                  </a:lnTo>
                  <a:lnTo>
                    <a:pt x="6243828" y="229743"/>
                  </a:lnTo>
                  <a:lnTo>
                    <a:pt x="6230493" y="210693"/>
                  </a:lnTo>
                  <a:lnTo>
                    <a:pt x="6216269" y="192278"/>
                  </a:lnTo>
                  <a:lnTo>
                    <a:pt x="6201029" y="174625"/>
                  </a:lnTo>
                  <a:lnTo>
                    <a:pt x="6184900" y="157734"/>
                  </a:lnTo>
                  <a:lnTo>
                    <a:pt x="6167882" y="141478"/>
                  </a:lnTo>
                  <a:lnTo>
                    <a:pt x="6150229" y="126238"/>
                  </a:lnTo>
                  <a:lnTo>
                    <a:pt x="6131814" y="112014"/>
                  </a:lnTo>
                  <a:lnTo>
                    <a:pt x="6112891" y="98679"/>
                  </a:lnTo>
                  <a:lnTo>
                    <a:pt x="6093333" y="86233"/>
                  </a:lnTo>
                  <a:lnTo>
                    <a:pt x="6073394" y="74930"/>
                  </a:lnTo>
                  <a:lnTo>
                    <a:pt x="6052693" y="64516"/>
                  </a:lnTo>
                  <a:lnTo>
                    <a:pt x="6031611" y="55118"/>
                  </a:lnTo>
                  <a:lnTo>
                    <a:pt x="6010148" y="46863"/>
                  </a:lnTo>
                  <a:lnTo>
                    <a:pt x="5988304" y="39624"/>
                  </a:lnTo>
                  <a:lnTo>
                    <a:pt x="5965952" y="33401"/>
                  </a:lnTo>
                  <a:lnTo>
                    <a:pt x="5943473" y="28194"/>
                  </a:lnTo>
                  <a:lnTo>
                    <a:pt x="5920613" y="24257"/>
                  </a:lnTo>
                  <a:lnTo>
                    <a:pt x="5897499" y="21463"/>
                  </a:lnTo>
                  <a:lnTo>
                    <a:pt x="5874258" y="19558"/>
                  </a:lnTo>
                  <a:lnTo>
                    <a:pt x="5850636" y="19050"/>
                  </a:lnTo>
                  <a:lnTo>
                    <a:pt x="491871" y="19050"/>
                  </a:lnTo>
                  <a:lnTo>
                    <a:pt x="468503" y="19558"/>
                  </a:lnTo>
                  <a:lnTo>
                    <a:pt x="445262" y="21336"/>
                  </a:lnTo>
                  <a:lnTo>
                    <a:pt x="422148" y="24257"/>
                  </a:lnTo>
                  <a:lnTo>
                    <a:pt x="399288" y="28194"/>
                  </a:lnTo>
                  <a:lnTo>
                    <a:pt x="376809" y="33274"/>
                  </a:lnTo>
                  <a:lnTo>
                    <a:pt x="354584" y="39370"/>
                  </a:lnTo>
                  <a:lnTo>
                    <a:pt x="332740" y="46736"/>
                  </a:lnTo>
                  <a:lnTo>
                    <a:pt x="311277" y="54991"/>
                  </a:lnTo>
                  <a:lnTo>
                    <a:pt x="290195" y="64389"/>
                  </a:lnTo>
                  <a:lnTo>
                    <a:pt x="269621" y="74676"/>
                  </a:lnTo>
                  <a:lnTo>
                    <a:pt x="249555" y="86106"/>
                  </a:lnTo>
                  <a:lnTo>
                    <a:pt x="229997" y="98425"/>
                  </a:lnTo>
                  <a:lnTo>
                    <a:pt x="210693" y="111760"/>
                  </a:lnTo>
                  <a:lnTo>
                    <a:pt x="192278" y="125984"/>
                  </a:lnTo>
                  <a:lnTo>
                    <a:pt x="174625" y="141224"/>
                  </a:lnTo>
                  <a:lnTo>
                    <a:pt x="157607" y="157353"/>
                  </a:lnTo>
                  <a:lnTo>
                    <a:pt x="141478" y="174371"/>
                  </a:lnTo>
                  <a:lnTo>
                    <a:pt x="126238" y="192024"/>
                  </a:lnTo>
                  <a:lnTo>
                    <a:pt x="111887" y="210312"/>
                  </a:lnTo>
                  <a:lnTo>
                    <a:pt x="98552" y="229362"/>
                  </a:lnTo>
                  <a:lnTo>
                    <a:pt x="86233" y="248793"/>
                  </a:lnTo>
                  <a:lnTo>
                    <a:pt x="74803" y="268859"/>
                  </a:lnTo>
                  <a:lnTo>
                    <a:pt x="64389" y="289560"/>
                  </a:lnTo>
                  <a:lnTo>
                    <a:pt x="54991" y="310642"/>
                  </a:lnTo>
                  <a:lnTo>
                    <a:pt x="46609" y="332105"/>
                  </a:lnTo>
                  <a:lnTo>
                    <a:pt x="39370" y="354076"/>
                  </a:lnTo>
                  <a:lnTo>
                    <a:pt x="33147" y="376301"/>
                  </a:lnTo>
                  <a:lnTo>
                    <a:pt x="28067" y="398780"/>
                  </a:lnTo>
                  <a:lnTo>
                    <a:pt x="24130" y="421640"/>
                  </a:lnTo>
                  <a:lnTo>
                    <a:pt x="21209" y="444754"/>
                  </a:lnTo>
                  <a:lnTo>
                    <a:pt x="19431" y="467995"/>
                  </a:lnTo>
                  <a:lnTo>
                    <a:pt x="18796" y="491617"/>
                  </a:lnTo>
                  <a:lnTo>
                    <a:pt x="18796" y="5760339"/>
                  </a:lnTo>
                  <a:lnTo>
                    <a:pt x="19304" y="5784596"/>
                  </a:lnTo>
                  <a:lnTo>
                    <a:pt x="21209" y="5808599"/>
                  </a:lnTo>
                  <a:lnTo>
                    <a:pt x="24130" y="5832221"/>
                  </a:lnTo>
                  <a:lnTo>
                    <a:pt x="28321" y="5855589"/>
                  </a:lnTo>
                  <a:lnTo>
                    <a:pt x="33528" y="5878449"/>
                  </a:lnTo>
                  <a:lnTo>
                    <a:pt x="39878" y="5900801"/>
                  </a:lnTo>
                  <a:lnTo>
                    <a:pt x="47371" y="5922772"/>
                  </a:lnTo>
                  <a:lnTo>
                    <a:pt x="55880" y="5944235"/>
                  </a:lnTo>
                  <a:lnTo>
                    <a:pt x="65278" y="5965190"/>
                  </a:lnTo>
                  <a:lnTo>
                    <a:pt x="75692" y="5985510"/>
                  </a:lnTo>
                  <a:lnTo>
                    <a:pt x="87122" y="6005322"/>
                  </a:lnTo>
                  <a:lnTo>
                    <a:pt x="99314" y="6024499"/>
                  </a:lnTo>
                  <a:lnTo>
                    <a:pt x="112395" y="6043041"/>
                  </a:lnTo>
                  <a:lnTo>
                    <a:pt x="126492" y="6060948"/>
                  </a:lnTo>
                  <a:lnTo>
                    <a:pt x="141351" y="6078093"/>
                  </a:lnTo>
                  <a:lnTo>
                    <a:pt x="156845" y="6094476"/>
                  </a:lnTo>
                  <a:lnTo>
                    <a:pt x="173228" y="6110097"/>
                  </a:lnTo>
                  <a:lnTo>
                    <a:pt x="190373" y="6124956"/>
                  </a:lnTo>
                  <a:lnTo>
                    <a:pt x="208280" y="6138926"/>
                  </a:lnTo>
                  <a:lnTo>
                    <a:pt x="226695" y="6152134"/>
                  </a:lnTo>
                  <a:lnTo>
                    <a:pt x="245999" y="6164453"/>
                  </a:lnTo>
                  <a:lnTo>
                    <a:pt x="265811" y="6175883"/>
                  </a:lnTo>
                  <a:lnTo>
                    <a:pt x="286131" y="6186297"/>
                  </a:lnTo>
                  <a:lnTo>
                    <a:pt x="307086" y="6195695"/>
                  </a:lnTo>
                  <a:lnTo>
                    <a:pt x="328549" y="6204204"/>
                  </a:lnTo>
                  <a:lnTo>
                    <a:pt x="350520" y="6211570"/>
                  </a:lnTo>
                  <a:lnTo>
                    <a:pt x="372872" y="6218047"/>
                  </a:lnTo>
                  <a:lnTo>
                    <a:pt x="395732" y="6223254"/>
                  </a:lnTo>
                  <a:lnTo>
                    <a:pt x="418973" y="6227445"/>
                  </a:lnTo>
                  <a:lnTo>
                    <a:pt x="442722" y="6230493"/>
                  </a:lnTo>
                  <a:lnTo>
                    <a:pt x="466725" y="6232271"/>
                  </a:lnTo>
                  <a:lnTo>
                    <a:pt x="491236" y="6232906"/>
                  </a:lnTo>
                  <a:close/>
                  <a:moveTo>
                    <a:pt x="491617" y="6252210"/>
                  </a:moveTo>
                  <a:lnTo>
                    <a:pt x="466598" y="6251575"/>
                  </a:lnTo>
                  <a:lnTo>
                    <a:pt x="441706" y="6249797"/>
                  </a:lnTo>
                  <a:lnTo>
                    <a:pt x="417068" y="6246749"/>
                  </a:lnTo>
                  <a:lnTo>
                    <a:pt x="392811" y="6242431"/>
                  </a:lnTo>
                  <a:lnTo>
                    <a:pt x="369062" y="6236970"/>
                  </a:lnTo>
                  <a:lnTo>
                    <a:pt x="345694" y="6230239"/>
                  </a:lnTo>
                  <a:lnTo>
                    <a:pt x="322961" y="6222619"/>
                  </a:lnTo>
                  <a:lnTo>
                    <a:pt x="300609" y="6213729"/>
                  </a:lnTo>
                  <a:lnTo>
                    <a:pt x="278892" y="6203950"/>
                  </a:lnTo>
                  <a:lnTo>
                    <a:pt x="257683" y="6193028"/>
                  </a:lnTo>
                  <a:lnTo>
                    <a:pt x="237109" y="6181217"/>
                  </a:lnTo>
                  <a:lnTo>
                    <a:pt x="217170" y="6168517"/>
                  </a:lnTo>
                  <a:lnTo>
                    <a:pt x="197866" y="6154674"/>
                  </a:lnTo>
                  <a:lnTo>
                    <a:pt x="179324" y="6140196"/>
                  </a:lnTo>
                  <a:lnTo>
                    <a:pt x="161417" y="6124702"/>
                  </a:lnTo>
                  <a:lnTo>
                    <a:pt x="144272" y="6108446"/>
                  </a:lnTo>
                  <a:lnTo>
                    <a:pt x="128016" y="6091301"/>
                  </a:lnTo>
                  <a:lnTo>
                    <a:pt x="112522" y="6073394"/>
                  </a:lnTo>
                  <a:lnTo>
                    <a:pt x="97917" y="6054852"/>
                  </a:lnTo>
                  <a:lnTo>
                    <a:pt x="84201" y="6035548"/>
                  </a:lnTo>
                  <a:lnTo>
                    <a:pt x="71501" y="6015482"/>
                  </a:lnTo>
                  <a:lnTo>
                    <a:pt x="59690" y="5994908"/>
                  </a:lnTo>
                  <a:lnTo>
                    <a:pt x="48768" y="5973699"/>
                  </a:lnTo>
                  <a:lnTo>
                    <a:pt x="38989" y="5951982"/>
                  </a:lnTo>
                  <a:lnTo>
                    <a:pt x="30099" y="5929630"/>
                  </a:lnTo>
                  <a:lnTo>
                    <a:pt x="22352" y="5906770"/>
                  </a:lnTo>
                  <a:lnTo>
                    <a:pt x="15748" y="5883402"/>
                  </a:lnTo>
                  <a:lnTo>
                    <a:pt x="10287" y="5859653"/>
                  </a:lnTo>
                  <a:lnTo>
                    <a:pt x="5969" y="5835396"/>
                  </a:lnTo>
                  <a:lnTo>
                    <a:pt x="2794" y="5810758"/>
                  </a:lnTo>
                  <a:lnTo>
                    <a:pt x="889" y="5785866"/>
                  </a:lnTo>
                  <a:lnTo>
                    <a:pt x="0" y="5760847"/>
                  </a:lnTo>
                  <a:lnTo>
                    <a:pt x="0" y="491617"/>
                  </a:lnTo>
                  <a:lnTo>
                    <a:pt x="635" y="467487"/>
                  </a:lnTo>
                  <a:lnTo>
                    <a:pt x="2413" y="443357"/>
                  </a:lnTo>
                  <a:lnTo>
                    <a:pt x="5461" y="419227"/>
                  </a:lnTo>
                  <a:lnTo>
                    <a:pt x="9525" y="395605"/>
                  </a:lnTo>
                  <a:lnTo>
                    <a:pt x="14859" y="371983"/>
                  </a:lnTo>
                  <a:lnTo>
                    <a:pt x="21209" y="348869"/>
                  </a:lnTo>
                  <a:lnTo>
                    <a:pt x="28829" y="326136"/>
                  </a:lnTo>
                  <a:lnTo>
                    <a:pt x="37465" y="303784"/>
                  </a:lnTo>
                  <a:lnTo>
                    <a:pt x="47117" y="281813"/>
                  </a:lnTo>
                  <a:lnTo>
                    <a:pt x="57912" y="260350"/>
                  </a:lnTo>
                  <a:lnTo>
                    <a:pt x="69723" y="239395"/>
                  </a:lnTo>
                  <a:lnTo>
                    <a:pt x="82550" y="219075"/>
                  </a:lnTo>
                  <a:lnTo>
                    <a:pt x="96393" y="199390"/>
                  </a:lnTo>
                  <a:lnTo>
                    <a:pt x="111252" y="180213"/>
                  </a:lnTo>
                  <a:lnTo>
                    <a:pt x="127127" y="161925"/>
                  </a:lnTo>
                  <a:lnTo>
                    <a:pt x="143891" y="144272"/>
                  </a:lnTo>
                  <a:lnTo>
                    <a:pt x="161544" y="127381"/>
                  </a:lnTo>
                  <a:lnTo>
                    <a:pt x="179832" y="111506"/>
                  </a:lnTo>
                  <a:lnTo>
                    <a:pt x="199009" y="96647"/>
                  </a:lnTo>
                  <a:lnTo>
                    <a:pt x="218694" y="82804"/>
                  </a:lnTo>
                  <a:lnTo>
                    <a:pt x="239014" y="69977"/>
                  </a:lnTo>
                  <a:lnTo>
                    <a:pt x="259842" y="58166"/>
                  </a:lnTo>
                  <a:lnTo>
                    <a:pt x="281305" y="47244"/>
                  </a:lnTo>
                  <a:lnTo>
                    <a:pt x="303276" y="37592"/>
                  </a:lnTo>
                  <a:lnTo>
                    <a:pt x="325628" y="28956"/>
                  </a:lnTo>
                  <a:lnTo>
                    <a:pt x="348361" y="21336"/>
                  </a:lnTo>
                  <a:lnTo>
                    <a:pt x="371602" y="14859"/>
                  </a:lnTo>
                  <a:lnTo>
                    <a:pt x="394970" y="9525"/>
                  </a:lnTo>
                  <a:lnTo>
                    <a:pt x="418846" y="5461"/>
                  </a:lnTo>
                  <a:lnTo>
                    <a:pt x="442722" y="2413"/>
                  </a:lnTo>
                  <a:lnTo>
                    <a:pt x="466852" y="635"/>
                  </a:lnTo>
                  <a:lnTo>
                    <a:pt x="491363" y="0"/>
                  </a:lnTo>
                  <a:lnTo>
                    <a:pt x="5850636" y="0"/>
                  </a:lnTo>
                  <a:lnTo>
                    <a:pt x="5874766" y="635"/>
                  </a:lnTo>
                  <a:lnTo>
                    <a:pt x="5899023" y="2413"/>
                  </a:lnTo>
                  <a:lnTo>
                    <a:pt x="5923026" y="5461"/>
                  </a:lnTo>
                  <a:lnTo>
                    <a:pt x="5946775" y="9525"/>
                  </a:lnTo>
                  <a:lnTo>
                    <a:pt x="5970143" y="14859"/>
                  </a:lnTo>
                  <a:lnTo>
                    <a:pt x="5993384" y="21209"/>
                  </a:lnTo>
                  <a:lnTo>
                    <a:pt x="6016117" y="28829"/>
                  </a:lnTo>
                  <a:lnTo>
                    <a:pt x="6038469" y="37465"/>
                  </a:lnTo>
                  <a:lnTo>
                    <a:pt x="6060440" y="47117"/>
                  </a:lnTo>
                  <a:lnTo>
                    <a:pt x="6081903" y="57912"/>
                  </a:lnTo>
                  <a:lnTo>
                    <a:pt x="6102858" y="69723"/>
                  </a:lnTo>
                  <a:lnTo>
                    <a:pt x="6123051" y="82550"/>
                  </a:lnTo>
                  <a:lnTo>
                    <a:pt x="6142863" y="96393"/>
                  </a:lnTo>
                  <a:lnTo>
                    <a:pt x="6161913" y="111252"/>
                  </a:lnTo>
                  <a:lnTo>
                    <a:pt x="6180328" y="127127"/>
                  </a:lnTo>
                  <a:lnTo>
                    <a:pt x="6197981" y="143891"/>
                  </a:lnTo>
                  <a:lnTo>
                    <a:pt x="6214872" y="161544"/>
                  </a:lnTo>
                  <a:lnTo>
                    <a:pt x="6230620" y="179959"/>
                  </a:lnTo>
                  <a:lnTo>
                    <a:pt x="6245479" y="199009"/>
                  </a:lnTo>
                  <a:lnTo>
                    <a:pt x="6259449" y="218694"/>
                  </a:lnTo>
                  <a:lnTo>
                    <a:pt x="6272276" y="239014"/>
                  </a:lnTo>
                  <a:lnTo>
                    <a:pt x="6284087" y="259842"/>
                  </a:lnTo>
                  <a:lnTo>
                    <a:pt x="6294882" y="281432"/>
                  </a:lnTo>
                  <a:lnTo>
                    <a:pt x="6304661" y="303276"/>
                  </a:lnTo>
                  <a:lnTo>
                    <a:pt x="6313297" y="325628"/>
                  </a:lnTo>
                  <a:lnTo>
                    <a:pt x="6320790" y="348488"/>
                  </a:lnTo>
                  <a:lnTo>
                    <a:pt x="6327267" y="371602"/>
                  </a:lnTo>
                  <a:lnTo>
                    <a:pt x="6332601" y="395097"/>
                  </a:lnTo>
                  <a:lnTo>
                    <a:pt x="6336792" y="418719"/>
                  </a:lnTo>
                  <a:lnTo>
                    <a:pt x="6339713" y="442849"/>
                  </a:lnTo>
                  <a:lnTo>
                    <a:pt x="6341491" y="467106"/>
                  </a:lnTo>
                  <a:lnTo>
                    <a:pt x="6342126" y="491490"/>
                  </a:lnTo>
                  <a:lnTo>
                    <a:pt x="6342126" y="5760593"/>
                  </a:lnTo>
                  <a:lnTo>
                    <a:pt x="6341491" y="5785612"/>
                  </a:lnTo>
                  <a:lnTo>
                    <a:pt x="6339586" y="5810504"/>
                  </a:lnTo>
                  <a:lnTo>
                    <a:pt x="6336538" y="5835142"/>
                  </a:lnTo>
                  <a:lnTo>
                    <a:pt x="6332220" y="5859399"/>
                  </a:lnTo>
                  <a:lnTo>
                    <a:pt x="6326759" y="5883148"/>
                  </a:lnTo>
                  <a:lnTo>
                    <a:pt x="6320155" y="5906516"/>
                  </a:lnTo>
                  <a:lnTo>
                    <a:pt x="6312408" y="5929376"/>
                  </a:lnTo>
                  <a:lnTo>
                    <a:pt x="6303518" y="5951728"/>
                  </a:lnTo>
                  <a:lnTo>
                    <a:pt x="6293739" y="5973445"/>
                  </a:lnTo>
                  <a:lnTo>
                    <a:pt x="6282817" y="5994654"/>
                  </a:lnTo>
                  <a:lnTo>
                    <a:pt x="6271133" y="6015228"/>
                  </a:lnTo>
                  <a:lnTo>
                    <a:pt x="6258306" y="6035294"/>
                  </a:lnTo>
                  <a:lnTo>
                    <a:pt x="6244590" y="6054471"/>
                  </a:lnTo>
                  <a:lnTo>
                    <a:pt x="6230112" y="6073013"/>
                  </a:lnTo>
                  <a:lnTo>
                    <a:pt x="6214618" y="6090920"/>
                  </a:lnTo>
                  <a:lnTo>
                    <a:pt x="6198362" y="6108065"/>
                  </a:lnTo>
                  <a:lnTo>
                    <a:pt x="6181217" y="6124321"/>
                  </a:lnTo>
                  <a:lnTo>
                    <a:pt x="6163437" y="6139688"/>
                  </a:lnTo>
                  <a:lnTo>
                    <a:pt x="6144895" y="6154293"/>
                  </a:lnTo>
                  <a:lnTo>
                    <a:pt x="6125591" y="6168009"/>
                  </a:lnTo>
                  <a:lnTo>
                    <a:pt x="6105652" y="6180709"/>
                  </a:lnTo>
                  <a:lnTo>
                    <a:pt x="6085078" y="6192520"/>
                  </a:lnTo>
                  <a:lnTo>
                    <a:pt x="6063996" y="6203442"/>
                  </a:lnTo>
                  <a:lnTo>
                    <a:pt x="6042152" y="6213221"/>
                  </a:lnTo>
                  <a:lnTo>
                    <a:pt x="6019927" y="6222111"/>
                  </a:lnTo>
                  <a:lnTo>
                    <a:pt x="5997067" y="6229858"/>
                  </a:lnTo>
                  <a:lnTo>
                    <a:pt x="5973699" y="6236462"/>
                  </a:lnTo>
                  <a:lnTo>
                    <a:pt x="5949950" y="6242050"/>
                  </a:lnTo>
                  <a:lnTo>
                    <a:pt x="5925566" y="6246368"/>
                  </a:lnTo>
                  <a:lnTo>
                    <a:pt x="5901055" y="6249543"/>
                  </a:lnTo>
                  <a:lnTo>
                    <a:pt x="5876163" y="6251448"/>
                  </a:lnTo>
                  <a:lnTo>
                    <a:pt x="5850890" y="625221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135960" y="1199681"/>
            <a:ext cx="9348492" cy="53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b="true" sz="600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Memory &amp; Knowledge 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5030" y="2584980"/>
            <a:ext cx="77410" cy="68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6623" y="2377731"/>
            <a:ext cx="10204981" cy="465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b="true" sz="28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Long-term memory</a:t>
            </a:r>
          </a:p>
          <a:p>
            <a:pPr algn="l" marL="615488" indent="-307744" lvl="1">
              <a:lnSpc>
                <a:spcPts val="3420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Long-term memory = data stored outside the workflow, so it can be reused later.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Stores customer history, documents, FAQs in a database. </a:t>
            </a:r>
          </a:p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Tools: Pinecone, Chroma (vector databases).</a:t>
            </a:r>
          </a:p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in: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(Postgres, MySQL)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Sheets</a:t>
            </a:r>
          </a:p>
          <a:p>
            <a:pPr algn="l" marL="593899" indent="-296949" lvl="1">
              <a:lnSpc>
                <a:spcPts val="3300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DB (Chroma, Pinecone)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900672" cy="5731764"/>
          </a:xfrm>
          <a:custGeom>
            <a:avLst/>
            <a:gdLst/>
            <a:ahLst/>
            <a:cxnLst/>
            <a:rect r="r" b="b" t="t" l="l"/>
            <a:pathLst>
              <a:path h="5731764" w="6900672">
                <a:moveTo>
                  <a:pt x="0" y="0"/>
                </a:moveTo>
                <a:lnTo>
                  <a:pt x="6900672" y="0"/>
                </a:lnTo>
                <a:lnTo>
                  <a:pt x="6900672" y="5731764"/>
                </a:lnTo>
                <a:lnTo>
                  <a:pt x="0" y="573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89" t="-31082" r="0" b="-5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7728" y="6435852"/>
            <a:ext cx="7510272" cy="3851148"/>
          </a:xfrm>
          <a:custGeom>
            <a:avLst/>
            <a:gdLst/>
            <a:ahLst/>
            <a:cxnLst/>
            <a:rect r="r" b="b" t="t" l="l"/>
            <a:pathLst>
              <a:path h="3851148" w="7510272">
                <a:moveTo>
                  <a:pt x="0" y="0"/>
                </a:moveTo>
                <a:lnTo>
                  <a:pt x="7510272" y="0"/>
                </a:lnTo>
                <a:lnTo>
                  <a:pt x="7510272" y="3851148"/>
                </a:lnTo>
                <a:lnTo>
                  <a:pt x="0" y="385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211" b="-1473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35803" y="7150103"/>
            <a:ext cx="11315700" cy="1917697"/>
          </a:xfrm>
          <a:custGeom>
            <a:avLst/>
            <a:gdLst/>
            <a:ahLst/>
            <a:cxnLst/>
            <a:rect r="r" b="b" t="t" l="l"/>
            <a:pathLst>
              <a:path h="1917697" w="11315700">
                <a:moveTo>
                  <a:pt x="0" y="0"/>
                </a:moveTo>
                <a:lnTo>
                  <a:pt x="11315700" y="0"/>
                </a:lnTo>
                <a:lnTo>
                  <a:pt x="11315700" y="1917697"/>
                </a:lnTo>
                <a:lnTo>
                  <a:pt x="0" y="1917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297070"/>
            <a:ext cx="6014352" cy="5989920"/>
            <a:chOff x="0" y="0"/>
            <a:chExt cx="8019136" cy="7986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9161" cy="7986522"/>
            </a:xfrm>
            <a:custGeom>
              <a:avLst/>
              <a:gdLst/>
              <a:ahLst/>
              <a:cxnLst/>
              <a:rect r="r" b="b" t="t" l="l"/>
              <a:pathLst>
                <a:path h="7986522" w="8019161">
                  <a:moveTo>
                    <a:pt x="0" y="0"/>
                  </a:moveTo>
                  <a:lnTo>
                    <a:pt x="0" y="7986522"/>
                  </a:lnTo>
                  <a:lnTo>
                    <a:pt x="8019161" y="7986522"/>
                  </a:lnTo>
                  <a:lnTo>
                    <a:pt x="801916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266" t="-79354" r="-79027" b="-15128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91952" y="0"/>
            <a:ext cx="4496048" cy="6178582"/>
            <a:chOff x="0" y="0"/>
            <a:chExt cx="5994730" cy="8238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94781" cy="8238109"/>
            </a:xfrm>
            <a:custGeom>
              <a:avLst/>
              <a:gdLst/>
              <a:ahLst/>
              <a:cxnLst/>
              <a:rect r="r" b="b" t="t" l="l"/>
              <a:pathLst>
                <a:path h="8238109" w="5994781">
                  <a:moveTo>
                    <a:pt x="0" y="0"/>
                  </a:moveTo>
                  <a:lnTo>
                    <a:pt x="0" y="8238109"/>
                  </a:lnTo>
                  <a:lnTo>
                    <a:pt x="5994781" y="8238109"/>
                  </a:lnTo>
                  <a:lnTo>
                    <a:pt x="5994781" y="0"/>
                  </a:lnTo>
                  <a:close/>
                </a:path>
              </a:pathLst>
            </a:custGeom>
            <a:blipFill>
              <a:blip r:embed="rId5"/>
              <a:stretch>
                <a:fillRect l="-105721" t="-143612" r="-234770" b="-7692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1574" y="3580638"/>
            <a:ext cx="6323076" cy="6233160"/>
            <a:chOff x="0" y="0"/>
            <a:chExt cx="8430768" cy="831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30768" cy="8310880"/>
            </a:xfrm>
            <a:custGeom>
              <a:avLst/>
              <a:gdLst/>
              <a:ahLst/>
              <a:cxnLst/>
              <a:rect r="r" b="b" t="t" l="l"/>
              <a:pathLst>
                <a:path h="8310880" w="8430768">
                  <a:moveTo>
                    <a:pt x="642239" y="0"/>
                  </a:moveTo>
                  <a:cubicBezTo>
                    <a:pt x="471932" y="127"/>
                    <a:pt x="308737" y="67818"/>
                    <a:pt x="188214" y="188341"/>
                  </a:cubicBezTo>
                  <a:cubicBezTo>
                    <a:pt x="67691" y="308864"/>
                    <a:pt x="0" y="472313"/>
                    <a:pt x="0" y="642747"/>
                  </a:cubicBezTo>
                  <a:lnTo>
                    <a:pt x="0" y="7668133"/>
                  </a:lnTo>
                  <a:cubicBezTo>
                    <a:pt x="0" y="8023098"/>
                    <a:pt x="287782" y="8310880"/>
                    <a:pt x="642747" y="8310880"/>
                  </a:cubicBezTo>
                  <a:lnTo>
                    <a:pt x="7788021" y="8310880"/>
                  </a:lnTo>
                  <a:cubicBezTo>
                    <a:pt x="8143113" y="8310880"/>
                    <a:pt x="8430768" y="8023098"/>
                    <a:pt x="8430768" y="7668133"/>
                  </a:cubicBezTo>
                  <a:lnTo>
                    <a:pt x="8430768" y="642747"/>
                  </a:lnTo>
                  <a:cubicBezTo>
                    <a:pt x="8430768" y="472186"/>
                    <a:pt x="8363077" y="308864"/>
                    <a:pt x="8242427" y="188214"/>
                  </a:cubicBezTo>
                  <a:cubicBezTo>
                    <a:pt x="8121777" y="67564"/>
                    <a:pt x="7958836" y="127"/>
                    <a:pt x="7788529" y="0"/>
                  </a:cubicBezTo>
                  <a:close/>
                </a:path>
              </a:pathLst>
            </a:custGeom>
            <a:blipFill>
              <a:blip r:embed="rId6"/>
              <a:stretch>
                <a:fillRect l="-34488" t="0" r="-3448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2049" y="3571113"/>
            <a:ext cx="6342126" cy="6252210"/>
            <a:chOff x="0" y="0"/>
            <a:chExt cx="6342126" cy="6252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2126" cy="6252210"/>
            </a:xfrm>
            <a:custGeom>
              <a:avLst/>
              <a:gdLst/>
              <a:ahLst/>
              <a:cxnLst/>
              <a:rect r="r" b="b" t="t" l="l"/>
              <a:pathLst>
                <a:path h="6252210" w="6342126">
                  <a:moveTo>
                    <a:pt x="5850382" y="6233160"/>
                  </a:moveTo>
                  <a:lnTo>
                    <a:pt x="5874639" y="6232525"/>
                  </a:lnTo>
                  <a:lnTo>
                    <a:pt x="5898642" y="6230747"/>
                  </a:lnTo>
                  <a:lnTo>
                    <a:pt x="5922264" y="6227699"/>
                  </a:lnTo>
                  <a:lnTo>
                    <a:pt x="5945632" y="6223635"/>
                  </a:lnTo>
                  <a:lnTo>
                    <a:pt x="5968492" y="6218301"/>
                  </a:lnTo>
                  <a:lnTo>
                    <a:pt x="5990971" y="6211951"/>
                  </a:lnTo>
                  <a:lnTo>
                    <a:pt x="6012815" y="6204585"/>
                  </a:lnTo>
                  <a:lnTo>
                    <a:pt x="6034405" y="6196076"/>
                  </a:lnTo>
                  <a:lnTo>
                    <a:pt x="6055233" y="6186678"/>
                  </a:lnTo>
                  <a:lnTo>
                    <a:pt x="6075680" y="6176264"/>
                  </a:lnTo>
                  <a:lnTo>
                    <a:pt x="6095492" y="6164834"/>
                  </a:lnTo>
                  <a:lnTo>
                    <a:pt x="6114542" y="6152642"/>
                  </a:lnTo>
                  <a:lnTo>
                    <a:pt x="6133211" y="6139434"/>
                  </a:lnTo>
                  <a:lnTo>
                    <a:pt x="6150991" y="6125464"/>
                  </a:lnTo>
                  <a:lnTo>
                    <a:pt x="6168136" y="6110605"/>
                  </a:lnTo>
                  <a:lnTo>
                    <a:pt x="6184519" y="6094984"/>
                  </a:lnTo>
                  <a:lnTo>
                    <a:pt x="6200267" y="6078601"/>
                  </a:lnTo>
                  <a:lnTo>
                    <a:pt x="6215126" y="6061456"/>
                  </a:lnTo>
                  <a:lnTo>
                    <a:pt x="6229096" y="6043549"/>
                  </a:lnTo>
                  <a:lnTo>
                    <a:pt x="6242304" y="6025134"/>
                  </a:lnTo>
                  <a:lnTo>
                    <a:pt x="6254623" y="6005957"/>
                  </a:lnTo>
                  <a:lnTo>
                    <a:pt x="6265926" y="5986145"/>
                  </a:lnTo>
                  <a:lnTo>
                    <a:pt x="6276340" y="5965825"/>
                  </a:lnTo>
                  <a:lnTo>
                    <a:pt x="6285865" y="5944870"/>
                  </a:lnTo>
                  <a:lnTo>
                    <a:pt x="6294374" y="5923407"/>
                  </a:lnTo>
                  <a:lnTo>
                    <a:pt x="6301867" y="5901436"/>
                  </a:lnTo>
                  <a:lnTo>
                    <a:pt x="6308217" y="5879084"/>
                  </a:lnTo>
                  <a:lnTo>
                    <a:pt x="6313424" y="5856224"/>
                  </a:lnTo>
                  <a:lnTo>
                    <a:pt x="6317615" y="5832983"/>
                  </a:lnTo>
                  <a:lnTo>
                    <a:pt x="6320663" y="5809234"/>
                  </a:lnTo>
                  <a:lnTo>
                    <a:pt x="6322441" y="5785231"/>
                  </a:lnTo>
                  <a:lnTo>
                    <a:pt x="6323076" y="5760720"/>
                  </a:lnTo>
                  <a:lnTo>
                    <a:pt x="6323076" y="491871"/>
                  </a:lnTo>
                  <a:lnTo>
                    <a:pt x="6322568" y="468503"/>
                  </a:lnTo>
                  <a:lnTo>
                    <a:pt x="6320790" y="445262"/>
                  </a:lnTo>
                  <a:lnTo>
                    <a:pt x="6317996" y="422148"/>
                  </a:lnTo>
                  <a:lnTo>
                    <a:pt x="6313932" y="399288"/>
                  </a:lnTo>
                  <a:lnTo>
                    <a:pt x="6308852" y="376682"/>
                  </a:lnTo>
                  <a:lnTo>
                    <a:pt x="6302629" y="354457"/>
                  </a:lnTo>
                  <a:lnTo>
                    <a:pt x="6295517" y="332486"/>
                  </a:lnTo>
                  <a:lnTo>
                    <a:pt x="6287262" y="311023"/>
                  </a:lnTo>
                  <a:lnTo>
                    <a:pt x="6277864" y="289941"/>
                  </a:lnTo>
                  <a:lnTo>
                    <a:pt x="6267577" y="269367"/>
                  </a:lnTo>
                  <a:lnTo>
                    <a:pt x="6256147" y="249174"/>
                  </a:lnTo>
                  <a:lnTo>
                    <a:pt x="6243828" y="229743"/>
                  </a:lnTo>
                  <a:lnTo>
                    <a:pt x="6230493" y="210693"/>
                  </a:lnTo>
                  <a:lnTo>
                    <a:pt x="6216269" y="192278"/>
                  </a:lnTo>
                  <a:lnTo>
                    <a:pt x="6201029" y="174625"/>
                  </a:lnTo>
                  <a:lnTo>
                    <a:pt x="6184900" y="157734"/>
                  </a:lnTo>
                  <a:lnTo>
                    <a:pt x="6167882" y="141478"/>
                  </a:lnTo>
                  <a:lnTo>
                    <a:pt x="6150229" y="126238"/>
                  </a:lnTo>
                  <a:lnTo>
                    <a:pt x="6131814" y="112014"/>
                  </a:lnTo>
                  <a:lnTo>
                    <a:pt x="6112891" y="98679"/>
                  </a:lnTo>
                  <a:lnTo>
                    <a:pt x="6093333" y="86233"/>
                  </a:lnTo>
                  <a:lnTo>
                    <a:pt x="6073394" y="74930"/>
                  </a:lnTo>
                  <a:lnTo>
                    <a:pt x="6052693" y="64516"/>
                  </a:lnTo>
                  <a:lnTo>
                    <a:pt x="6031611" y="55118"/>
                  </a:lnTo>
                  <a:lnTo>
                    <a:pt x="6010148" y="46863"/>
                  </a:lnTo>
                  <a:lnTo>
                    <a:pt x="5988304" y="39624"/>
                  </a:lnTo>
                  <a:lnTo>
                    <a:pt x="5965952" y="33401"/>
                  </a:lnTo>
                  <a:lnTo>
                    <a:pt x="5943473" y="28194"/>
                  </a:lnTo>
                  <a:lnTo>
                    <a:pt x="5920613" y="24257"/>
                  </a:lnTo>
                  <a:lnTo>
                    <a:pt x="5897499" y="21463"/>
                  </a:lnTo>
                  <a:lnTo>
                    <a:pt x="5874258" y="19558"/>
                  </a:lnTo>
                  <a:lnTo>
                    <a:pt x="5850636" y="19050"/>
                  </a:lnTo>
                  <a:lnTo>
                    <a:pt x="491871" y="19050"/>
                  </a:lnTo>
                  <a:lnTo>
                    <a:pt x="468503" y="19558"/>
                  </a:lnTo>
                  <a:lnTo>
                    <a:pt x="445262" y="21336"/>
                  </a:lnTo>
                  <a:lnTo>
                    <a:pt x="422148" y="24257"/>
                  </a:lnTo>
                  <a:lnTo>
                    <a:pt x="399288" y="28194"/>
                  </a:lnTo>
                  <a:lnTo>
                    <a:pt x="376809" y="33274"/>
                  </a:lnTo>
                  <a:lnTo>
                    <a:pt x="354584" y="39370"/>
                  </a:lnTo>
                  <a:lnTo>
                    <a:pt x="332740" y="46736"/>
                  </a:lnTo>
                  <a:lnTo>
                    <a:pt x="311277" y="54991"/>
                  </a:lnTo>
                  <a:lnTo>
                    <a:pt x="290195" y="64389"/>
                  </a:lnTo>
                  <a:lnTo>
                    <a:pt x="269621" y="74676"/>
                  </a:lnTo>
                  <a:lnTo>
                    <a:pt x="249555" y="86106"/>
                  </a:lnTo>
                  <a:lnTo>
                    <a:pt x="229997" y="98425"/>
                  </a:lnTo>
                  <a:lnTo>
                    <a:pt x="210693" y="111760"/>
                  </a:lnTo>
                  <a:lnTo>
                    <a:pt x="192278" y="125984"/>
                  </a:lnTo>
                  <a:lnTo>
                    <a:pt x="174625" y="141224"/>
                  </a:lnTo>
                  <a:lnTo>
                    <a:pt x="157607" y="157353"/>
                  </a:lnTo>
                  <a:lnTo>
                    <a:pt x="141478" y="174371"/>
                  </a:lnTo>
                  <a:lnTo>
                    <a:pt x="126238" y="192024"/>
                  </a:lnTo>
                  <a:lnTo>
                    <a:pt x="111887" y="210312"/>
                  </a:lnTo>
                  <a:lnTo>
                    <a:pt x="98552" y="229362"/>
                  </a:lnTo>
                  <a:lnTo>
                    <a:pt x="86233" y="248793"/>
                  </a:lnTo>
                  <a:lnTo>
                    <a:pt x="74803" y="268859"/>
                  </a:lnTo>
                  <a:lnTo>
                    <a:pt x="64389" y="289560"/>
                  </a:lnTo>
                  <a:lnTo>
                    <a:pt x="54991" y="310642"/>
                  </a:lnTo>
                  <a:lnTo>
                    <a:pt x="46609" y="332105"/>
                  </a:lnTo>
                  <a:lnTo>
                    <a:pt x="39370" y="354076"/>
                  </a:lnTo>
                  <a:lnTo>
                    <a:pt x="33147" y="376301"/>
                  </a:lnTo>
                  <a:lnTo>
                    <a:pt x="28067" y="398780"/>
                  </a:lnTo>
                  <a:lnTo>
                    <a:pt x="24130" y="421640"/>
                  </a:lnTo>
                  <a:lnTo>
                    <a:pt x="21209" y="444754"/>
                  </a:lnTo>
                  <a:lnTo>
                    <a:pt x="19431" y="467995"/>
                  </a:lnTo>
                  <a:lnTo>
                    <a:pt x="18796" y="491617"/>
                  </a:lnTo>
                  <a:lnTo>
                    <a:pt x="18796" y="5760339"/>
                  </a:lnTo>
                  <a:lnTo>
                    <a:pt x="19304" y="5784596"/>
                  </a:lnTo>
                  <a:lnTo>
                    <a:pt x="21209" y="5808599"/>
                  </a:lnTo>
                  <a:lnTo>
                    <a:pt x="24130" y="5832221"/>
                  </a:lnTo>
                  <a:lnTo>
                    <a:pt x="28321" y="5855589"/>
                  </a:lnTo>
                  <a:lnTo>
                    <a:pt x="33528" y="5878449"/>
                  </a:lnTo>
                  <a:lnTo>
                    <a:pt x="39878" y="5900801"/>
                  </a:lnTo>
                  <a:lnTo>
                    <a:pt x="47371" y="5922772"/>
                  </a:lnTo>
                  <a:lnTo>
                    <a:pt x="55880" y="5944235"/>
                  </a:lnTo>
                  <a:lnTo>
                    <a:pt x="65278" y="5965190"/>
                  </a:lnTo>
                  <a:lnTo>
                    <a:pt x="75692" y="5985510"/>
                  </a:lnTo>
                  <a:lnTo>
                    <a:pt x="87122" y="6005322"/>
                  </a:lnTo>
                  <a:lnTo>
                    <a:pt x="99314" y="6024499"/>
                  </a:lnTo>
                  <a:lnTo>
                    <a:pt x="112395" y="6043041"/>
                  </a:lnTo>
                  <a:lnTo>
                    <a:pt x="126492" y="6060948"/>
                  </a:lnTo>
                  <a:lnTo>
                    <a:pt x="141351" y="6078093"/>
                  </a:lnTo>
                  <a:lnTo>
                    <a:pt x="156845" y="6094476"/>
                  </a:lnTo>
                  <a:lnTo>
                    <a:pt x="173228" y="6110097"/>
                  </a:lnTo>
                  <a:lnTo>
                    <a:pt x="190373" y="6124956"/>
                  </a:lnTo>
                  <a:lnTo>
                    <a:pt x="208280" y="6138926"/>
                  </a:lnTo>
                  <a:lnTo>
                    <a:pt x="226695" y="6152134"/>
                  </a:lnTo>
                  <a:lnTo>
                    <a:pt x="245999" y="6164453"/>
                  </a:lnTo>
                  <a:lnTo>
                    <a:pt x="265811" y="6175883"/>
                  </a:lnTo>
                  <a:lnTo>
                    <a:pt x="286131" y="6186297"/>
                  </a:lnTo>
                  <a:lnTo>
                    <a:pt x="307086" y="6195695"/>
                  </a:lnTo>
                  <a:lnTo>
                    <a:pt x="328549" y="6204204"/>
                  </a:lnTo>
                  <a:lnTo>
                    <a:pt x="350520" y="6211570"/>
                  </a:lnTo>
                  <a:lnTo>
                    <a:pt x="372872" y="6218047"/>
                  </a:lnTo>
                  <a:lnTo>
                    <a:pt x="395732" y="6223254"/>
                  </a:lnTo>
                  <a:lnTo>
                    <a:pt x="418973" y="6227445"/>
                  </a:lnTo>
                  <a:lnTo>
                    <a:pt x="442722" y="6230493"/>
                  </a:lnTo>
                  <a:lnTo>
                    <a:pt x="466725" y="6232271"/>
                  </a:lnTo>
                  <a:lnTo>
                    <a:pt x="491236" y="6232906"/>
                  </a:lnTo>
                  <a:close/>
                  <a:moveTo>
                    <a:pt x="491617" y="6252210"/>
                  </a:moveTo>
                  <a:lnTo>
                    <a:pt x="466598" y="6251575"/>
                  </a:lnTo>
                  <a:lnTo>
                    <a:pt x="441706" y="6249797"/>
                  </a:lnTo>
                  <a:lnTo>
                    <a:pt x="417068" y="6246749"/>
                  </a:lnTo>
                  <a:lnTo>
                    <a:pt x="392811" y="6242431"/>
                  </a:lnTo>
                  <a:lnTo>
                    <a:pt x="369062" y="6236970"/>
                  </a:lnTo>
                  <a:lnTo>
                    <a:pt x="345694" y="6230239"/>
                  </a:lnTo>
                  <a:lnTo>
                    <a:pt x="322961" y="6222619"/>
                  </a:lnTo>
                  <a:lnTo>
                    <a:pt x="300609" y="6213729"/>
                  </a:lnTo>
                  <a:lnTo>
                    <a:pt x="278892" y="6203950"/>
                  </a:lnTo>
                  <a:lnTo>
                    <a:pt x="257683" y="6193028"/>
                  </a:lnTo>
                  <a:lnTo>
                    <a:pt x="237109" y="6181217"/>
                  </a:lnTo>
                  <a:lnTo>
                    <a:pt x="217170" y="6168517"/>
                  </a:lnTo>
                  <a:lnTo>
                    <a:pt x="197866" y="6154674"/>
                  </a:lnTo>
                  <a:lnTo>
                    <a:pt x="179324" y="6140196"/>
                  </a:lnTo>
                  <a:lnTo>
                    <a:pt x="161417" y="6124702"/>
                  </a:lnTo>
                  <a:lnTo>
                    <a:pt x="144272" y="6108446"/>
                  </a:lnTo>
                  <a:lnTo>
                    <a:pt x="128016" y="6091301"/>
                  </a:lnTo>
                  <a:lnTo>
                    <a:pt x="112522" y="6073394"/>
                  </a:lnTo>
                  <a:lnTo>
                    <a:pt x="97917" y="6054852"/>
                  </a:lnTo>
                  <a:lnTo>
                    <a:pt x="84201" y="6035548"/>
                  </a:lnTo>
                  <a:lnTo>
                    <a:pt x="71501" y="6015482"/>
                  </a:lnTo>
                  <a:lnTo>
                    <a:pt x="59690" y="5994908"/>
                  </a:lnTo>
                  <a:lnTo>
                    <a:pt x="48768" y="5973699"/>
                  </a:lnTo>
                  <a:lnTo>
                    <a:pt x="38989" y="5951982"/>
                  </a:lnTo>
                  <a:lnTo>
                    <a:pt x="30099" y="5929630"/>
                  </a:lnTo>
                  <a:lnTo>
                    <a:pt x="22352" y="5906770"/>
                  </a:lnTo>
                  <a:lnTo>
                    <a:pt x="15748" y="5883402"/>
                  </a:lnTo>
                  <a:lnTo>
                    <a:pt x="10287" y="5859653"/>
                  </a:lnTo>
                  <a:lnTo>
                    <a:pt x="5969" y="5835396"/>
                  </a:lnTo>
                  <a:lnTo>
                    <a:pt x="2794" y="5810758"/>
                  </a:lnTo>
                  <a:lnTo>
                    <a:pt x="889" y="5785866"/>
                  </a:lnTo>
                  <a:lnTo>
                    <a:pt x="0" y="5760847"/>
                  </a:lnTo>
                  <a:lnTo>
                    <a:pt x="0" y="491617"/>
                  </a:lnTo>
                  <a:lnTo>
                    <a:pt x="635" y="467487"/>
                  </a:lnTo>
                  <a:lnTo>
                    <a:pt x="2413" y="443357"/>
                  </a:lnTo>
                  <a:lnTo>
                    <a:pt x="5461" y="419227"/>
                  </a:lnTo>
                  <a:lnTo>
                    <a:pt x="9525" y="395605"/>
                  </a:lnTo>
                  <a:lnTo>
                    <a:pt x="14859" y="371983"/>
                  </a:lnTo>
                  <a:lnTo>
                    <a:pt x="21209" y="348869"/>
                  </a:lnTo>
                  <a:lnTo>
                    <a:pt x="28829" y="326136"/>
                  </a:lnTo>
                  <a:lnTo>
                    <a:pt x="37465" y="303784"/>
                  </a:lnTo>
                  <a:lnTo>
                    <a:pt x="47117" y="281813"/>
                  </a:lnTo>
                  <a:lnTo>
                    <a:pt x="57912" y="260350"/>
                  </a:lnTo>
                  <a:lnTo>
                    <a:pt x="69723" y="239395"/>
                  </a:lnTo>
                  <a:lnTo>
                    <a:pt x="82550" y="219075"/>
                  </a:lnTo>
                  <a:lnTo>
                    <a:pt x="96393" y="199390"/>
                  </a:lnTo>
                  <a:lnTo>
                    <a:pt x="111252" y="180213"/>
                  </a:lnTo>
                  <a:lnTo>
                    <a:pt x="127127" y="161925"/>
                  </a:lnTo>
                  <a:lnTo>
                    <a:pt x="143891" y="144272"/>
                  </a:lnTo>
                  <a:lnTo>
                    <a:pt x="161544" y="127381"/>
                  </a:lnTo>
                  <a:lnTo>
                    <a:pt x="179832" y="111506"/>
                  </a:lnTo>
                  <a:lnTo>
                    <a:pt x="199009" y="96647"/>
                  </a:lnTo>
                  <a:lnTo>
                    <a:pt x="218694" y="82804"/>
                  </a:lnTo>
                  <a:lnTo>
                    <a:pt x="239014" y="69977"/>
                  </a:lnTo>
                  <a:lnTo>
                    <a:pt x="259842" y="58166"/>
                  </a:lnTo>
                  <a:lnTo>
                    <a:pt x="281305" y="47244"/>
                  </a:lnTo>
                  <a:lnTo>
                    <a:pt x="303276" y="37592"/>
                  </a:lnTo>
                  <a:lnTo>
                    <a:pt x="325628" y="28956"/>
                  </a:lnTo>
                  <a:lnTo>
                    <a:pt x="348361" y="21336"/>
                  </a:lnTo>
                  <a:lnTo>
                    <a:pt x="371602" y="14859"/>
                  </a:lnTo>
                  <a:lnTo>
                    <a:pt x="394970" y="9525"/>
                  </a:lnTo>
                  <a:lnTo>
                    <a:pt x="418846" y="5461"/>
                  </a:lnTo>
                  <a:lnTo>
                    <a:pt x="442722" y="2413"/>
                  </a:lnTo>
                  <a:lnTo>
                    <a:pt x="466852" y="635"/>
                  </a:lnTo>
                  <a:lnTo>
                    <a:pt x="491363" y="0"/>
                  </a:lnTo>
                  <a:lnTo>
                    <a:pt x="5850636" y="0"/>
                  </a:lnTo>
                  <a:lnTo>
                    <a:pt x="5874766" y="635"/>
                  </a:lnTo>
                  <a:lnTo>
                    <a:pt x="5899023" y="2413"/>
                  </a:lnTo>
                  <a:lnTo>
                    <a:pt x="5923026" y="5461"/>
                  </a:lnTo>
                  <a:lnTo>
                    <a:pt x="5946775" y="9525"/>
                  </a:lnTo>
                  <a:lnTo>
                    <a:pt x="5970143" y="14859"/>
                  </a:lnTo>
                  <a:lnTo>
                    <a:pt x="5993384" y="21209"/>
                  </a:lnTo>
                  <a:lnTo>
                    <a:pt x="6016117" y="28829"/>
                  </a:lnTo>
                  <a:lnTo>
                    <a:pt x="6038469" y="37465"/>
                  </a:lnTo>
                  <a:lnTo>
                    <a:pt x="6060440" y="47117"/>
                  </a:lnTo>
                  <a:lnTo>
                    <a:pt x="6081903" y="57912"/>
                  </a:lnTo>
                  <a:lnTo>
                    <a:pt x="6102858" y="69723"/>
                  </a:lnTo>
                  <a:lnTo>
                    <a:pt x="6123051" y="82550"/>
                  </a:lnTo>
                  <a:lnTo>
                    <a:pt x="6142863" y="96393"/>
                  </a:lnTo>
                  <a:lnTo>
                    <a:pt x="6161913" y="111252"/>
                  </a:lnTo>
                  <a:lnTo>
                    <a:pt x="6180328" y="127127"/>
                  </a:lnTo>
                  <a:lnTo>
                    <a:pt x="6197981" y="143891"/>
                  </a:lnTo>
                  <a:lnTo>
                    <a:pt x="6214872" y="161544"/>
                  </a:lnTo>
                  <a:lnTo>
                    <a:pt x="6230620" y="179959"/>
                  </a:lnTo>
                  <a:lnTo>
                    <a:pt x="6245479" y="199009"/>
                  </a:lnTo>
                  <a:lnTo>
                    <a:pt x="6259449" y="218694"/>
                  </a:lnTo>
                  <a:lnTo>
                    <a:pt x="6272276" y="239014"/>
                  </a:lnTo>
                  <a:lnTo>
                    <a:pt x="6284087" y="259842"/>
                  </a:lnTo>
                  <a:lnTo>
                    <a:pt x="6294882" y="281432"/>
                  </a:lnTo>
                  <a:lnTo>
                    <a:pt x="6304661" y="303276"/>
                  </a:lnTo>
                  <a:lnTo>
                    <a:pt x="6313297" y="325628"/>
                  </a:lnTo>
                  <a:lnTo>
                    <a:pt x="6320790" y="348488"/>
                  </a:lnTo>
                  <a:lnTo>
                    <a:pt x="6327267" y="371602"/>
                  </a:lnTo>
                  <a:lnTo>
                    <a:pt x="6332601" y="395097"/>
                  </a:lnTo>
                  <a:lnTo>
                    <a:pt x="6336792" y="418719"/>
                  </a:lnTo>
                  <a:lnTo>
                    <a:pt x="6339713" y="442849"/>
                  </a:lnTo>
                  <a:lnTo>
                    <a:pt x="6341491" y="467106"/>
                  </a:lnTo>
                  <a:lnTo>
                    <a:pt x="6342126" y="491490"/>
                  </a:lnTo>
                  <a:lnTo>
                    <a:pt x="6342126" y="5760593"/>
                  </a:lnTo>
                  <a:lnTo>
                    <a:pt x="6341491" y="5785612"/>
                  </a:lnTo>
                  <a:lnTo>
                    <a:pt x="6339586" y="5810504"/>
                  </a:lnTo>
                  <a:lnTo>
                    <a:pt x="6336538" y="5835142"/>
                  </a:lnTo>
                  <a:lnTo>
                    <a:pt x="6332220" y="5859399"/>
                  </a:lnTo>
                  <a:lnTo>
                    <a:pt x="6326759" y="5883148"/>
                  </a:lnTo>
                  <a:lnTo>
                    <a:pt x="6320155" y="5906516"/>
                  </a:lnTo>
                  <a:lnTo>
                    <a:pt x="6312408" y="5929376"/>
                  </a:lnTo>
                  <a:lnTo>
                    <a:pt x="6303518" y="5951728"/>
                  </a:lnTo>
                  <a:lnTo>
                    <a:pt x="6293739" y="5973445"/>
                  </a:lnTo>
                  <a:lnTo>
                    <a:pt x="6282817" y="5994654"/>
                  </a:lnTo>
                  <a:lnTo>
                    <a:pt x="6271133" y="6015228"/>
                  </a:lnTo>
                  <a:lnTo>
                    <a:pt x="6258306" y="6035294"/>
                  </a:lnTo>
                  <a:lnTo>
                    <a:pt x="6244590" y="6054471"/>
                  </a:lnTo>
                  <a:lnTo>
                    <a:pt x="6230112" y="6073013"/>
                  </a:lnTo>
                  <a:lnTo>
                    <a:pt x="6214618" y="6090920"/>
                  </a:lnTo>
                  <a:lnTo>
                    <a:pt x="6198362" y="6108065"/>
                  </a:lnTo>
                  <a:lnTo>
                    <a:pt x="6181217" y="6124321"/>
                  </a:lnTo>
                  <a:lnTo>
                    <a:pt x="6163437" y="6139688"/>
                  </a:lnTo>
                  <a:lnTo>
                    <a:pt x="6144895" y="6154293"/>
                  </a:lnTo>
                  <a:lnTo>
                    <a:pt x="6125591" y="6168009"/>
                  </a:lnTo>
                  <a:lnTo>
                    <a:pt x="6105652" y="6180709"/>
                  </a:lnTo>
                  <a:lnTo>
                    <a:pt x="6085078" y="6192520"/>
                  </a:lnTo>
                  <a:lnTo>
                    <a:pt x="6063996" y="6203442"/>
                  </a:lnTo>
                  <a:lnTo>
                    <a:pt x="6042152" y="6213221"/>
                  </a:lnTo>
                  <a:lnTo>
                    <a:pt x="6019927" y="6222111"/>
                  </a:lnTo>
                  <a:lnTo>
                    <a:pt x="5997067" y="6229858"/>
                  </a:lnTo>
                  <a:lnTo>
                    <a:pt x="5973699" y="6236462"/>
                  </a:lnTo>
                  <a:lnTo>
                    <a:pt x="5949950" y="6242050"/>
                  </a:lnTo>
                  <a:lnTo>
                    <a:pt x="5925566" y="6246368"/>
                  </a:lnTo>
                  <a:lnTo>
                    <a:pt x="5901055" y="6249543"/>
                  </a:lnTo>
                  <a:lnTo>
                    <a:pt x="5876163" y="6251448"/>
                  </a:lnTo>
                  <a:lnTo>
                    <a:pt x="5850890" y="625221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00672" y="1125762"/>
            <a:ext cx="5765883" cy="58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6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&amp; Actions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83267" y="2799359"/>
            <a:ext cx="77410" cy="68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0703" y="2490080"/>
            <a:ext cx="9400287" cy="407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are external systems or APIs that the agent can</a:t>
            </a:r>
            <a:r>
              <a:rPr lang="en-US" sz="26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to perform actions or get information beyond its own model.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Actions include: 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Productivity: </a:t>
            </a: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Sending emails, Calendar booking. 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Data: Updating Google Sheets or CRMs (like HubSpot, Salesforce). 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Search: Searching the web or fetching info from APIs.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Knowledge: Wikipedia, custom knowledge bases</a:t>
            </a:r>
          </a:p>
          <a:p>
            <a:pPr algn="l">
              <a:lnSpc>
                <a:spcPts val="311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22364" y="-1"/>
            <a:ext cx="6754368" cy="10287000"/>
            <a:chOff x="0" y="0"/>
            <a:chExt cx="6754368" cy="1028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54368" cy="10287002"/>
            </a:xfrm>
            <a:custGeom>
              <a:avLst/>
              <a:gdLst/>
              <a:ahLst/>
              <a:cxnLst/>
              <a:rect r="r" b="b" t="t" l="l"/>
              <a:pathLst>
                <a:path h="10287002" w="6754368">
                  <a:moveTo>
                    <a:pt x="0" y="0"/>
                  </a:moveTo>
                  <a:lnTo>
                    <a:pt x="0" y="10287002"/>
                  </a:lnTo>
                  <a:lnTo>
                    <a:pt x="6754368" y="10287002"/>
                  </a:lnTo>
                  <a:lnTo>
                    <a:pt x="6754368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31508" y="0"/>
            <a:ext cx="11556492" cy="10287000"/>
          </a:xfrm>
          <a:custGeom>
            <a:avLst/>
            <a:gdLst/>
            <a:ahLst/>
            <a:cxnLst/>
            <a:rect r="r" b="b" t="t" l="l"/>
            <a:pathLst>
              <a:path h="10287000" w="11556492">
                <a:moveTo>
                  <a:pt x="0" y="0"/>
                </a:moveTo>
                <a:lnTo>
                  <a:pt x="11556492" y="0"/>
                </a:lnTo>
                <a:lnTo>
                  <a:pt x="115564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85" t="-7049" r="-507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341620"/>
            <a:ext cx="6309360" cy="4945380"/>
          </a:xfrm>
          <a:custGeom>
            <a:avLst/>
            <a:gdLst/>
            <a:ahLst/>
            <a:cxnLst/>
            <a:rect r="r" b="b" t="t" l="l"/>
            <a:pathLst>
              <a:path h="4945380" w="6309360">
                <a:moveTo>
                  <a:pt x="0" y="0"/>
                </a:moveTo>
                <a:lnTo>
                  <a:pt x="6309360" y="0"/>
                </a:lnTo>
                <a:lnTo>
                  <a:pt x="6309360" y="4945380"/>
                </a:lnTo>
                <a:lnTo>
                  <a:pt x="0" y="4945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405" t="0" r="0" b="-51864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4591202"/>
            <a:ext cx="3595459" cy="5695788"/>
            <a:chOff x="0" y="0"/>
            <a:chExt cx="4793945" cy="7594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3996" cy="7594346"/>
            </a:xfrm>
            <a:custGeom>
              <a:avLst/>
              <a:gdLst/>
              <a:ahLst/>
              <a:cxnLst/>
              <a:rect r="r" b="b" t="t" l="l"/>
              <a:pathLst>
                <a:path h="7594346" w="4793996">
                  <a:moveTo>
                    <a:pt x="0" y="0"/>
                  </a:moveTo>
                  <a:lnTo>
                    <a:pt x="0" y="7594346"/>
                  </a:lnTo>
                  <a:lnTo>
                    <a:pt x="4793996" y="7594346"/>
                  </a:lnTo>
                  <a:lnTo>
                    <a:pt x="4793996" y="0"/>
                  </a:lnTo>
                  <a:close/>
                </a:path>
              </a:pathLst>
            </a:custGeom>
            <a:blipFill>
              <a:blip r:embed="rId4"/>
              <a:stretch>
                <a:fillRect l="-318558" t="-83452" r="-132169" b="-16426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57582" y="3333369"/>
            <a:ext cx="6778752" cy="2011937"/>
          </a:xfrm>
          <a:custGeom>
            <a:avLst/>
            <a:gdLst/>
            <a:ahLst/>
            <a:cxnLst/>
            <a:rect r="r" b="b" t="t" l="l"/>
            <a:pathLst>
              <a:path h="2011937" w="6778752">
                <a:moveTo>
                  <a:pt x="0" y="0"/>
                </a:moveTo>
                <a:lnTo>
                  <a:pt x="6778752" y="0"/>
                </a:lnTo>
                <a:lnTo>
                  <a:pt x="6778752" y="2011937"/>
                </a:lnTo>
                <a:lnTo>
                  <a:pt x="0" y="2011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DAG9514p3vE</dc:identifier>
  <dcterms:modified xsi:type="dcterms:W3CDTF">2011-08-01T06:04:30Z</dcterms:modified>
  <cp:revision>1</cp:revision>
  <dc:title>key concepts of ai agents.pdf</dc:title>
</cp:coreProperties>
</file>